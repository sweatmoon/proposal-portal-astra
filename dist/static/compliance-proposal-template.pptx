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handoutMasterIdLst>
    <p:handoutMasterId r:id="rId3"/>
  </p:handoutMasterIdLst>
  <p:sldIdLst>
    <p:sldId id="315" r:id="rId2"/>
  </p:sldIdLst>
  <p:sldSz cx="9906000" cy="6858000" type="A4"/>
  <p:notesSz cx="9144000" cy="6858000"/>
  <p:defaultTextStyle>
    <a:defPPr>
      <a:defRPr lang="en-US"/>
    </a:defPPr>
    <a:lvl1pPr marL="0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3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47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20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94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66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41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14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88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46"/>
    <a:srgbClr val="404040"/>
    <a:srgbClr val="D2D2D2"/>
    <a:srgbClr val="828282"/>
    <a:srgbClr val="AAAAAA"/>
    <a:srgbClr val="D9D9D9"/>
    <a:srgbClr val="E2E6EA"/>
    <a:srgbClr val="B0F7FE"/>
    <a:srgbClr val="001E7E"/>
    <a:srgbClr val="1655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1" autoAdjust="0"/>
    <p:restoredTop sz="94343" autoAdjust="0"/>
  </p:normalViewPr>
  <p:slideViewPr>
    <p:cSldViewPr snapToGrid="0" showGuides="1">
      <p:cViewPr>
        <p:scale>
          <a:sx n="100" d="100"/>
          <a:sy n="100" d="100"/>
        </p:scale>
        <p:origin x="618" y="12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139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65EDAC5-12DD-4086-8440-6AB47247C8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CD6CD1-F588-4783-8A90-F81E01624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315A6-5B64-46A6-A706-6C3B14B8946F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41CFD0-110E-47D1-AD36-97A7954C8A0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D8B5879-F878-4A00-AAC5-FAE349B387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C7649-53EC-43D1-B4A6-E9EE41E7E7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372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A9E7483-8F10-A788-738D-73E3FAF80B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7" t="957" r="756" b="957"/>
          <a:stretch/>
        </p:blipFill>
        <p:spPr>
          <a:xfrm flipH="1">
            <a:off x="0" y="0"/>
            <a:ext cx="9906000" cy="685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7743" y="1483360"/>
            <a:ext cx="2302002" cy="26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340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감리 수행 일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74A9210-45B6-4CEE-8AA4-D6496D31AD7E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감리 일정 및 절차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1. 감리 수행 일정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8D72186A-A531-4F20-AC70-907AFFFEFFEC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다</a:t>
            </a:r>
          </a:p>
        </p:txBody>
      </p:sp>
    </p:spTree>
    <p:extLst>
      <p:ext uri="{BB962C8B-B14F-4D97-AF65-F5344CB8AC3E}">
        <p14:creationId xmlns:p14="http://schemas.microsoft.com/office/powerpoint/2010/main" val="29780161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감리 수행 절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B620A7B-916D-4096-9F1F-EC6B78B71C46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감리 일정 및 절차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2. 감리 수행 절차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C37F0D0D-2A88-435D-8D59-EF5C9A63B220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다</a:t>
            </a:r>
          </a:p>
        </p:txBody>
      </p:sp>
    </p:spTree>
    <p:extLst>
      <p:ext uri="{BB962C8B-B14F-4D97-AF65-F5344CB8AC3E}">
        <p14:creationId xmlns:p14="http://schemas.microsoft.com/office/powerpoint/2010/main" val="18534386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시정조치확인 절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5B14CCD-8458-4A6A-83E0-7D04C1C6096B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감리 일정 및 절차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3. 시정조치확인 절차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423573DF-0E4E-4F62-B2C8-57BC42D7611D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다</a:t>
            </a:r>
          </a:p>
        </p:txBody>
      </p:sp>
    </p:spTree>
    <p:extLst>
      <p:ext uri="{BB962C8B-B14F-4D97-AF65-F5344CB8AC3E}">
        <p14:creationId xmlns:p14="http://schemas.microsoft.com/office/powerpoint/2010/main" val="960500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감리 인력 구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46D3213-7BF4-47D8-AD09-2EFCE08FC82B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감리 인력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1. 감리 인력 구성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A8FC62B5-31E0-487B-AB35-030B8429785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라</a:t>
            </a:r>
          </a:p>
        </p:txBody>
      </p:sp>
    </p:spTree>
    <p:extLst>
      <p:ext uri="{BB962C8B-B14F-4D97-AF65-F5344CB8AC3E}">
        <p14:creationId xmlns:p14="http://schemas.microsoft.com/office/powerpoint/2010/main" val="13336939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총괄 감리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5FB8BD0-2F14-4D1E-9A37-ED22D8AEE1E3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감리 인력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2. 총괄 감리원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3DEAFAAE-0B1E-46E3-8F9C-D8E6CE71AEC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라</a:t>
            </a:r>
          </a:p>
        </p:txBody>
      </p:sp>
    </p:spTree>
    <p:extLst>
      <p:ext uri="{BB962C8B-B14F-4D97-AF65-F5344CB8AC3E}">
        <p14:creationId xmlns:p14="http://schemas.microsoft.com/office/powerpoint/2010/main" val="9909389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분야별 감리 인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2CBEBDC-36F0-4C42-B367-B74CC53112EC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감리 인력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3. 분야별 감리 인력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4CD34BE2-A198-445A-ADA1-C097F0E5D0C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라</a:t>
            </a:r>
          </a:p>
        </p:txBody>
      </p:sp>
    </p:spTree>
    <p:extLst>
      <p:ext uri="{BB962C8B-B14F-4D97-AF65-F5344CB8AC3E}">
        <p14:creationId xmlns:p14="http://schemas.microsoft.com/office/powerpoint/2010/main" val="12425105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감리 품질보증 방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F7B735F-F975-411C-9908-EFF3D9896EB6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기타 지원 사항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1. 감리 품질보증 방안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F685705F-C132-4629-BF8C-6E85136D25A1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마</a:t>
            </a:r>
          </a:p>
        </p:txBody>
      </p:sp>
    </p:spTree>
    <p:extLst>
      <p:ext uri="{BB962C8B-B14F-4D97-AF65-F5344CB8AC3E}">
        <p14:creationId xmlns:p14="http://schemas.microsoft.com/office/powerpoint/2010/main" val="25457397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감리 자동화 도구 적용 계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018994A-7B7A-4D25-AB98-D3E5081D9264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기타 지원 사항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2. 감리 자동화 도구 적용 계획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2DB115BA-7852-444E-8117-9AC1AA2BEFB1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마</a:t>
            </a:r>
          </a:p>
        </p:txBody>
      </p:sp>
    </p:spTree>
    <p:extLst>
      <p:ext uri="{BB962C8B-B14F-4D97-AF65-F5344CB8AC3E}">
        <p14:creationId xmlns:p14="http://schemas.microsoft.com/office/powerpoint/2010/main" val="9585520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감리 지원 사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E3DEB6F-BC8D-4293-B06E-6FE899756F2A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기타 지원 사항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3. 감리 지원 사항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78101122-E71A-4BE3-9B7F-70A3166795A3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마</a:t>
            </a:r>
          </a:p>
        </p:txBody>
      </p:sp>
    </p:spTree>
    <p:extLst>
      <p:ext uri="{BB962C8B-B14F-4D97-AF65-F5344CB8AC3E}">
        <p14:creationId xmlns:p14="http://schemas.microsoft.com/office/powerpoint/2010/main" val="40032886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일반 현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1548BD1-8859-4A51-8628-057BEAD7469E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제안사 소개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1. 일반 현황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545CA9BB-A883-442D-985B-23221D007D70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바</a:t>
            </a:r>
          </a:p>
        </p:txBody>
      </p:sp>
    </p:spTree>
    <p:extLst>
      <p:ext uri="{BB962C8B-B14F-4D97-AF65-F5344CB8AC3E}">
        <p14:creationId xmlns:p14="http://schemas.microsoft.com/office/powerpoint/2010/main" val="3828210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조직 및 인원 현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B71C01E-7488-4763-AB46-8D5F71AF4FFD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제안사 소개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2. 조직 및 인원 현황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B3CBC261-7D86-4BBB-811A-2D265922391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바</a:t>
            </a:r>
          </a:p>
        </p:txBody>
      </p:sp>
    </p:spTree>
    <p:extLst>
      <p:ext uri="{BB962C8B-B14F-4D97-AF65-F5344CB8AC3E}">
        <p14:creationId xmlns:p14="http://schemas.microsoft.com/office/powerpoint/2010/main" val="8334382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보유 기술 및 사업 실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E2A0162-35FE-4E7D-97C5-D7EF6FC4E4AB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제안사 소개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3. 보유 기술 및 사업 실적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1BE0A061-B7A2-4764-98E1-A9A47B0F0EB5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바</a:t>
            </a:r>
          </a:p>
        </p:txBody>
      </p:sp>
    </p:spTree>
    <p:extLst>
      <p:ext uri="{BB962C8B-B14F-4D97-AF65-F5344CB8AC3E}">
        <p14:creationId xmlns:p14="http://schemas.microsoft.com/office/powerpoint/2010/main" val="37376898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7FF92A0-A78E-4A16-84B6-4F504A67BB44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F3A24E17-EE22-4E5C-8D67-665F756B5F2E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11550582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7F38864-DFD9-496C-88B9-12ACA9F48A71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51F0A067-C247-4652-9C91-35B5E46ABD2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6865333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79DB5A7-5FC8-4849-9D10-74D485FB3A40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E8289BF4-0F7A-427A-BC34-7322C9EAFA3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12835613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BC5F344-5B2F-4AB4-857E-77FF23CD71EF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4494C474-8C82-41FB-920C-0F4A827CFA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34050625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11AC8A5-02CF-47C1-B411-CD2836391C91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1B4F2AA2-C050-42E6-B5B9-6D8E94BCD25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700159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BE18A88-FF83-4280-9158-75BB4516A444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711177E9-A510-481F-B2E3-B2DB363661C8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13146598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EA7A37C-FF12-454B-94F9-B2844B466195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4AD1503D-AE8C-4206-AEEB-B0BBD92D44EB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23171141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7C733E2-98A4-4ADF-8FB2-7F974B653368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9D6018FB-0193-4400-A3F9-E4A635B22EFB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24707819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8B05143-D4C1-4079-B0DF-A088B1377D16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C887CFD5-66CB-4F2D-A25C-97091A211F41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14566185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3EF1A8D-69B8-4A2A-A524-D9AE6E26FF95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990EFDC7-0C37-4D30-8020-09ADD47E071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4242958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E48C7D9-BFBA-41CE-9BBC-8997AFFC4AEA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23B186FF-FDA2-48FA-BDA8-8742651B70DC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24235223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8B01F15-2202-4200-B584-47475F7F6824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DF599D9C-35F7-4CDC-9A2E-3DDFF9C1844D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30630478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레이아웃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95AB410-7322-40A9-ADA7-6A492D28EBC2}"/>
              </a:ext>
            </a:extLst>
          </p:cNvPr>
          <p:cNvSpPr/>
          <p:nvPr userDrawn="1"/>
        </p:nvSpPr>
        <p:spPr>
          <a:xfrm>
            <a:off x="966045" y="368300"/>
            <a:ext cx="4565525" cy="31908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non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B95DB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제목일</a:t>
            </a:r>
            <a:r>
              <a:rPr kumimoji="0" lang="ko-KR" altLang="en-US" sz="16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7FE8FE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D2D2D2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/</a:t>
            </a:r>
            <a:r>
              <a:rPr kumimoji="0" lang="en-US" altLang="ko-KR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 </a:t>
            </a:r>
            <a:r>
              <a:rPr kumimoji="0" lang="ko-KR" altLang="en-US" sz="1200" b="0" i="0" u="none" strike="noStrike" kern="0" cap="none" spc="-30" normalizeH="0" noProof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464646"/>
                </a:solidFill>
                <a:effectLst/>
                <a:uLnTx/>
                <a:uFillTx/>
                <a:latin typeface="KoPub돋움체 Bold" pitchFamily="2" charset="-127"/>
                <a:ea typeface="KoPub돋움체 Bold" pitchFamily="2" charset="-127"/>
                <a:cs typeface="+mn-cs"/>
              </a:rPr>
              <a:t>제목이</a:t>
            </a:r>
            <a:endParaRPr kumimoji="0" lang="ko-KR" altLang="en-US" sz="1200" b="0" i="0" u="none" strike="noStrike" kern="0" cap="none" spc="-30" normalizeH="0" noProof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464646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31CDE3E6-32E7-4122-B38D-D94A952F6CC2}"/>
              </a:ext>
            </a:extLst>
          </p:cNvPr>
          <p:cNvSpPr txBox="1">
            <a:spLocks noChangeArrowheads="1"/>
          </p:cNvSpPr>
          <p:nvPr userDrawn="1"/>
        </p:nvSpPr>
        <p:spPr bwMode="auto">
          <a:xfrm flipH="1">
            <a:off x="470083" y="368300"/>
            <a:ext cx="316707" cy="319087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CC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  <a:scene3d>
              <a:camera prst="orthographicFront"/>
              <a:lightRig rig="threePt" dir="t"/>
            </a:scene3d>
            <a:sp3d>
              <a:contourClr>
                <a:schemeClr val="bg1"/>
              </a:contourClr>
            </a:sp3d>
          </a:bodyPr>
          <a:lstStyle>
            <a:defPPr>
              <a:defRPr lang="en-US"/>
            </a:defPPr>
            <a:lvl1pPr marR="0" lvl="0" indent="0" algn="ctr" defTabSz="1043062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06325"/>
              </a:buClr>
              <a:buSzPct val="80000"/>
              <a:buFontTx/>
              <a:buNone/>
              <a:tabLst/>
              <a:defRPr kumimoji="1" sz="1600" b="0" i="0" u="none" strike="noStrike" kern="0" cap="none" spc="-20" normalizeH="0" baseline="0">
                <a:ln>
                  <a:solidFill>
                    <a:schemeClr val="bg1">
                      <a:alpha val="0"/>
                    </a:schemeClr>
                  </a:solidFill>
                </a:ln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  <a:lvl2pPr marL="457200" defTabSz="457200"/>
            <a:lvl3pPr marL="914400" defTabSz="457200"/>
            <a:lvl4pPr marL="1371600" defTabSz="457200"/>
            <a:lvl5pPr marL="1828800" defTabSz="457200"/>
            <a:lvl6pPr marL="2286000" defTabSz="457200"/>
            <a:lvl7pPr marL="2743200" defTabSz="457200"/>
            <a:lvl8pPr marL="3200400" defTabSz="457200"/>
            <a:lvl9pPr marL="3657600" defTabSz="457200"/>
          </a:lstStyle>
          <a:p>
            <a:pPr lvl="0"/>
            <a:r>
              <a:rPr lang="ko-KR" altLang="en-US" noProof="0" dirty="0"/>
              <a:t>가</a:t>
            </a:r>
          </a:p>
        </p:txBody>
      </p:sp>
    </p:spTree>
    <p:extLst>
      <p:ext uri="{BB962C8B-B14F-4D97-AF65-F5344CB8AC3E}">
        <p14:creationId xmlns:p14="http://schemas.microsoft.com/office/powerpoint/2010/main" val="1503687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전략개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34B2A196-E666-4B04-9CA2-710CC98A65D6}"/>
              </a:ext>
            </a:extLst>
          </p:cNvPr>
          <p:cNvGrpSpPr/>
          <p:nvPr userDrawn="1"/>
        </p:nvGrpSpPr>
        <p:grpSpPr>
          <a:xfrm>
            <a:off x="0" y="1"/>
            <a:ext cx="9906000" cy="6858000"/>
            <a:chOff x="0" y="0"/>
            <a:chExt cx="10693400" cy="7561263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16635E06-9E50-42FF-B9E6-2158E6F9A3D9}"/>
                </a:ext>
              </a:extLst>
            </p:cNvPr>
            <p:cNvGrpSpPr/>
            <p:nvPr/>
          </p:nvGrpSpPr>
          <p:grpSpPr>
            <a:xfrm>
              <a:off x="0" y="0"/>
              <a:ext cx="10693400" cy="7561263"/>
              <a:chOff x="737394" y="0"/>
              <a:chExt cx="10693400" cy="7561263"/>
            </a:xfrm>
          </p:grpSpPr>
          <p:pic>
            <p:nvPicPr>
              <p:cNvPr id="19" name="Picture 2">
                <a:extLst>
                  <a:ext uri="{FF2B5EF4-FFF2-40B4-BE49-F238E27FC236}">
                    <a16:creationId xmlns:a16="http://schemas.microsoft.com/office/drawing/2014/main" id="{D77CE2E8-4C6D-4983-9ABB-DB661F2EF59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contrast="-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737394" y="0"/>
                <a:ext cx="10693400" cy="75596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E77F680E-94CB-4BAD-A385-B2DB3CE55DF5}"/>
                  </a:ext>
                </a:extLst>
              </p:cNvPr>
              <p:cNvSpPr/>
              <p:nvPr/>
            </p:nvSpPr>
            <p:spPr>
              <a:xfrm flipH="1" flipV="1">
                <a:off x="737394" y="0"/>
                <a:ext cx="10693400" cy="7561263"/>
              </a:xfrm>
              <a:prstGeom prst="rect">
                <a:avLst/>
              </a:prstGeom>
              <a:solidFill>
                <a:srgbClr val="007DDA">
                  <a:alpha val="45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04305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endParaRP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DB6CC576-718D-40FC-A4AC-5EE7E44FF1B2}"/>
                  </a:ext>
                </a:extLst>
              </p:cNvPr>
              <p:cNvSpPr/>
              <p:nvPr/>
            </p:nvSpPr>
            <p:spPr>
              <a:xfrm flipH="1" flipV="1">
                <a:off x="737394" y="0"/>
                <a:ext cx="10693400" cy="7561263"/>
              </a:xfrm>
              <a:prstGeom prst="rect">
                <a:avLst/>
              </a:prstGeom>
              <a:gradFill>
                <a:gsLst>
                  <a:gs pos="48000">
                    <a:srgbClr val="07336D">
                      <a:lumMod val="75000"/>
                      <a:alpha val="29000"/>
                    </a:srgbClr>
                  </a:gs>
                  <a:gs pos="0">
                    <a:srgbClr val="314F6B">
                      <a:alpha val="0"/>
                    </a:srgbClr>
                  </a:gs>
                </a:gsLst>
                <a:lin ang="1620000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04305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endParaRP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3E574ED-FB37-4B9B-B949-0CB1DC4938DA}"/>
                </a:ext>
              </a:extLst>
            </p:cNvPr>
            <p:cNvSpPr/>
            <p:nvPr/>
          </p:nvSpPr>
          <p:spPr>
            <a:xfrm>
              <a:off x="0" y="1"/>
              <a:ext cx="10692700" cy="7561262"/>
            </a:xfrm>
            <a:prstGeom prst="rect">
              <a:avLst/>
            </a:prstGeom>
            <a:solidFill>
              <a:srgbClr val="00286A">
                <a:alpha val="58000"/>
              </a:srgb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1043056" latinLnBrk="1"/>
              <a:endParaRPr lang="ko-KR" altLang="en-US" sz="2100" dirty="0">
                <a:latin typeface="KoPub돋움체 Bold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4811B606-1971-4062-8CEE-5BA24F08A23B}"/>
                </a:ext>
              </a:extLst>
            </p:cNvPr>
            <p:cNvGrpSpPr/>
            <p:nvPr/>
          </p:nvGrpSpPr>
          <p:grpSpPr>
            <a:xfrm>
              <a:off x="0" y="0"/>
              <a:ext cx="10691811" cy="7561263"/>
              <a:chOff x="0" y="0"/>
              <a:chExt cx="10691811" cy="7561263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44BC2174-FF7A-4951-BEFE-CFBAA5142578}"/>
                  </a:ext>
                </a:extLst>
              </p:cNvPr>
              <p:cNvSpPr/>
              <p:nvPr/>
            </p:nvSpPr>
            <p:spPr>
              <a:xfrm>
                <a:off x="0" y="0"/>
                <a:ext cx="2754412" cy="7561263"/>
              </a:xfrm>
              <a:prstGeom prst="rect">
                <a:avLst/>
              </a:prstGeom>
              <a:gradFill>
                <a:gsLst>
                  <a:gs pos="0">
                    <a:sysClr val="windowText" lastClr="000000">
                      <a:alpha val="19000"/>
                    </a:sysClr>
                  </a:gs>
                  <a:gs pos="100000">
                    <a:sysClr val="windowText" lastClr="000000">
                      <a:alpha val="0"/>
                    </a:sysClr>
                  </a:gs>
                </a:gsLst>
                <a:lin ang="0" scaled="1"/>
              </a:gradFill>
              <a:ln w="63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04305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+mn-cs"/>
                </a:endParaRPr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59629DC-AAA8-49DB-8CDD-A8E437317362}"/>
                  </a:ext>
                </a:extLst>
              </p:cNvPr>
              <p:cNvSpPr/>
              <p:nvPr/>
            </p:nvSpPr>
            <p:spPr>
              <a:xfrm flipH="1">
                <a:off x="7937399" y="0"/>
                <a:ext cx="2754412" cy="7561263"/>
              </a:xfrm>
              <a:prstGeom prst="rect">
                <a:avLst/>
              </a:prstGeom>
              <a:gradFill>
                <a:gsLst>
                  <a:gs pos="0">
                    <a:sysClr val="windowText" lastClr="000000">
                      <a:alpha val="19000"/>
                    </a:sysClr>
                  </a:gs>
                  <a:gs pos="100000">
                    <a:sysClr val="windowText" lastClr="000000">
                      <a:alpha val="0"/>
                    </a:sysClr>
                  </a:gs>
                </a:gsLst>
                <a:lin ang="0" scaled="1"/>
              </a:gradFill>
              <a:ln w="63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043056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507543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전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FCEC6AC1-738D-46C6-B6AD-6AD8AA70E160}"/>
              </a:ext>
            </a:extLst>
          </p:cNvPr>
          <p:cNvSpPr/>
          <p:nvPr userDrawn="1"/>
        </p:nvSpPr>
        <p:spPr>
          <a:xfrm>
            <a:off x="0" y="0"/>
            <a:ext cx="9906368" cy="1101863"/>
          </a:xfrm>
          <a:prstGeom prst="rect">
            <a:avLst/>
          </a:prstGeom>
          <a:solidFill>
            <a:srgbClr val="E6E6E6"/>
          </a:solidFill>
          <a:ln w="114300" cap="rnd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KoPub돋움체 Bold" panose="00000800000000000000" pitchFamily="2" charset="-127"/>
              <a:ea typeface="KoPub돋움체 Medium" panose="02020603020101020101" pitchFamily="18" charset="-127"/>
              <a:cs typeface="+mn-cs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4D7F18A6-F77D-407E-BEF2-4722B675D785}"/>
              </a:ext>
            </a:extLst>
          </p:cNvPr>
          <p:cNvSpPr/>
          <p:nvPr userDrawn="1"/>
        </p:nvSpPr>
        <p:spPr>
          <a:xfrm flipH="1">
            <a:off x="0" y="5212"/>
            <a:ext cx="335757" cy="1139379"/>
          </a:xfrm>
          <a:custGeom>
            <a:avLst/>
            <a:gdLst>
              <a:gd name="connsiteX0" fmla="*/ 335757 w 335757"/>
              <a:gd name="connsiteY0" fmla="*/ 0 h 1139379"/>
              <a:gd name="connsiteX1" fmla="*/ 0 w 335757"/>
              <a:gd name="connsiteY1" fmla="*/ 1139379 h 1139379"/>
              <a:gd name="connsiteX2" fmla="*/ 335757 w 335757"/>
              <a:gd name="connsiteY2" fmla="*/ 1139379 h 1139379"/>
              <a:gd name="connsiteX3" fmla="*/ 335757 w 335757"/>
              <a:gd name="connsiteY3" fmla="*/ 0 h 113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5757" h="1139379">
                <a:moveTo>
                  <a:pt x="335757" y="0"/>
                </a:moveTo>
                <a:lnTo>
                  <a:pt x="0" y="1139379"/>
                </a:lnTo>
                <a:lnTo>
                  <a:pt x="335757" y="1139379"/>
                </a:lnTo>
                <a:lnTo>
                  <a:pt x="335757" y="0"/>
                </a:lnTo>
                <a:close/>
              </a:path>
            </a:pathLst>
          </a:custGeom>
          <a:solidFill>
            <a:srgbClr val="1482C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1CDA37C8-37BE-49A3-A0F3-7B26B0CA748A}"/>
              </a:ext>
            </a:extLst>
          </p:cNvPr>
          <p:cNvSpPr/>
          <p:nvPr userDrawn="1"/>
        </p:nvSpPr>
        <p:spPr>
          <a:xfrm flipH="1">
            <a:off x="8866956" y="0"/>
            <a:ext cx="800106" cy="1144591"/>
          </a:xfrm>
          <a:prstGeom prst="parallelogram">
            <a:avLst>
              <a:gd name="adj" fmla="val 42156"/>
            </a:avLst>
          </a:prstGeom>
          <a:solidFill>
            <a:srgbClr val="1482C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3" name="평행 사변형 12">
            <a:extLst>
              <a:ext uri="{FF2B5EF4-FFF2-40B4-BE49-F238E27FC236}">
                <a16:creationId xmlns:a16="http://schemas.microsoft.com/office/drawing/2014/main" id="{66141F92-4ABA-4F77-BF24-5880C1FB6EF3}"/>
              </a:ext>
            </a:extLst>
          </p:cNvPr>
          <p:cNvSpPr/>
          <p:nvPr userDrawn="1"/>
        </p:nvSpPr>
        <p:spPr>
          <a:xfrm>
            <a:off x="9089372" y="0"/>
            <a:ext cx="800106" cy="1144591"/>
          </a:xfrm>
          <a:prstGeom prst="parallelogram">
            <a:avLst>
              <a:gd name="adj" fmla="val 42156"/>
            </a:avLst>
          </a:prstGeom>
          <a:solidFill>
            <a:srgbClr val="64D2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1549A9B-44EE-4A89-A390-FACB26FC9A88}"/>
              </a:ext>
            </a:extLst>
          </p:cNvPr>
          <p:cNvGrpSpPr/>
          <p:nvPr userDrawn="1"/>
        </p:nvGrpSpPr>
        <p:grpSpPr>
          <a:xfrm>
            <a:off x="0" y="817997"/>
            <a:ext cx="9907846" cy="342466"/>
            <a:chOff x="0" y="1158253"/>
            <a:chExt cx="9907846" cy="342466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E414FE9-F8F2-4989-9ABB-43B2F9E2A39E}"/>
                </a:ext>
              </a:extLst>
            </p:cNvPr>
            <p:cNvSpPr/>
            <p:nvPr userDrawn="1"/>
          </p:nvSpPr>
          <p:spPr>
            <a:xfrm>
              <a:off x="0" y="1158253"/>
              <a:ext cx="1302327" cy="342466"/>
            </a:xfrm>
            <a:prstGeom prst="rect">
              <a:avLst/>
            </a:prstGeom>
            <a:solidFill>
              <a:srgbClr val="D2D2D2"/>
            </a:solidFill>
          </p:spPr>
          <p:txBody>
            <a:bodyPr wrap="square" lIns="0" tIns="0" rIns="0" bIns="0" rtlCol="0">
              <a:noAutofit/>
            </a:bodyPr>
            <a:lstStyle/>
            <a:p>
              <a:pPr lvl="0" defTabSz="914400" latinLnBrk="1"/>
              <a:endParaRPr kern="0" noProof="0" dirty="0">
                <a:solidFill>
                  <a:prstClr val="black"/>
                </a:solidFill>
                <a:latin typeface="KoPub돋움체 Bold" panose="02020603020101020101" pitchFamily="18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62C9E920-564D-46E0-B212-ADD3A1C692B8}"/>
                </a:ext>
              </a:extLst>
            </p:cNvPr>
            <p:cNvSpPr/>
            <p:nvPr userDrawn="1"/>
          </p:nvSpPr>
          <p:spPr>
            <a:xfrm>
              <a:off x="1054099" y="1158253"/>
              <a:ext cx="8853747" cy="342466"/>
            </a:xfrm>
            <a:custGeom>
              <a:avLst/>
              <a:gdLst>
                <a:gd name="connsiteX0" fmla="*/ 0 w 9172109"/>
                <a:gd name="connsiteY0" fmla="*/ 0 h 342466"/>
                <a:gd name="connsiteX1" fmla="*/ 9172109 w 9172109"/>
                <a:gd name="connsiteY1" fmla="*/ 0 h 342466"/>
                <a:gd name="connsiteX2" fmla="*/ 9172109 w 9172109"/>
                <a:gd name="connsiteY2" fmla="*/ 342466 h 342466"/>
                <a:gd name="connsiteX3" fmla="*/ 233346 w 9172109"/>
                <a:gd name="connsiteY3" fmla="*/ 342466 h 342466"/>
                <a:gd name="connsiteX4" fmla="*/ 0 w 9172109"/>
                <a:gd name="connsiteY4" fmla="*/ 0 h 342466"/>
                <a:gd name="connsiteX0" fmla="*/ 0 w 9042079"/>
                <a:gd name="connsiteY0" fmla="*/ 0 h 351610"/>
                <a:gd name="connsiteX1" fmla="*/ 9042079 w 9042079"/>
                <a:gd name="connsiteY1" fmla="*/ 9144 h 351610"/>
                <a:gd name="connsiteX2" fmla="*/ 9042079 w 9042079"/>
                <a:gd name="connsiteY2" fmla="*/ 351610 h 351610"/>
                <a:gd name="connsiteX3" fmla="*/ 103316 w 9042079"/>
                <a:gd name="connsiteY3" fmla="*/ 351610 h 351610"/>
                <a:gd name="connsiteX4" fmla="*/ 0 w 9042079"/>
                <a:gd name="connsiteY4" fmla="*/ 0 h 351610"/>
                <a:gd name="connsiteX0" fmla="*/ 0 w 9046917"/>
                <a:gd name="connsiteY0" fmla="*/ 0 h 344466"/>
                <a:gd name="connsiteX1" fmla="*/ 9046917 w 9046917"/>
                <a:gd name="connsiteY1" fmla="*/ 2000 h 344466"/>
                <a:gd name="connsiteX2" fmla="*/ 9046917 w 9046917"/>
                <a:gd name="connsiteY2" fmla="*/ 344466 h 344466"/>
                <a:gd name="connsiteX3" fmla="*/ 108154 w 9046917"/>
                <a:gd name="connsiteY3" fmla="*/ 344466 h 344466"/>
                <a:gd name="connsiteX4" fmla="*/ 0 w 9046917"/>
                <a:gd name="connsiteY4" fmla="*/ 0 h 344466"/>
                <a:gd name="connsiteX0" fmla="*/ 0 w 9049335"/>
                <a:gd name="connsiteY0" fmla="*/ 0 h 344466"/>
                <a:gd name="connsiteX1" fmla="*/ 9049335 w 9049335"/>
                <a:gd name="connsiteY1" fmla="*/ 2000 h 344466"/>
                <a:gd name="connsiteX2" fmla="*/ 9049335 w 9049335"/>
                <a:gd name="connsiteY2" fmla="*/ 344466 h 344466"/>
                <a:gd name="connsiteX3" fmla="*/ 110572 w 9049335"/>
                <a:gd name="connsiteY3" fmla="*/ 344466 h 344466"/>
                <a:gd name="connsiteX4" fmla="*/ 0 w 9049335"/>
                <a:gd name="connsiteY4" fmla="*/ 0 h 344466"/>
                <a:gd name="connsiteX0" fmla="*/ 0 w 9042079"/>
                <a:gd name="connsiteY0" fmla="*/ 381 h 342466"/>
                <a:gd name="connsiteX1" fmla="*/ 9042079 w 9042079"/>
                <a:gd name="connsiteY1" fmla="*/ 0 h 342466"/>
                <a:gd name="connsiteX2" fmla="*/ 9042079 w 9042079"/>
                <a:gd name="connsiteY2" fmla="*/ 342466 h 342466"/>
                <a:gd name="connsiteX3" fmla="*/ 103316 w 9042079"/>
                <a:gd name="connsiteY3" fmla="*/ 342466 h 342466"/>
                <a:gd name="connsiteX4" fmla="*/ 0 w 9042079"/>
                <a:gd name="connsiteY4" fmla="*/ 381 h 342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42079" h="342466">
                  <a:moveTo>
                    <a:pt x="0" y="381"/>
                  </a:moveTo>
                  <a:lnTo>
                    <a:pt x="9042079" y="0"/>
                  </a:lnTo>
                  <a:lnTo>
                    <a:pt x="9042079" y="342466"/>
                  </a:lnTo>
                  <a:lnTo>
                    <a:pt x="103316" y="342466"/>
                  </a:lnTo>
                  <a:lnTo>
                    <a:pt x="0" y="381"/>
                  </a:lnTo>
                  <a:close/>
                </a:path>
              </a:pathLst>
            </a:custGeom>
            <a:solidFill>
              <a:srgbClr val="AAE6FF"/>
            </a:solidFill>
          </p:spPr>
          <p:txBody>
            <a:bodyPr wrap="square" lIns="0" tIns="0" rIns="0" bIns="0" rtlCol="0">
              <a:noAutofit/>
            </a:bodyPr>
            <a:lstStyle/>
            <a:p>
              <a:pPr lvl="0" defTabSz="914400" latinLnBrk="1"/>
              <a:endParaRPr kern="0" noProof="0" dirty="0">
                <a:solidFill>
                  <a:prstClr val="black"/>
                </a:solidFill>
                <a:latin typeface="KoPub돋움체 Bold" panose="02020603020101020101" pitchFamily="18" charset="-127"/>
              </a:endParaRPr>
            </a:p>
          </p:txBody>
        </p:sp>
      </p:grp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E7407817-8DCD-4E7E-B34F-CEBB49BF0C63}"/>
              </a:ext>
            </a:extLst>
          </p:cNvPr>
          <p:cNvSpPr/>
          <p:nvPr userDrawn="1"/>
        </p:nvSpPr>
        <p:spPr>
          <a:xfrm flipH="1">
            <a:off x="-99981" y="0"/>
            <a:ext cx="1536" cy="5212"/>
          </a:xfrm>
          <a:custGeom>
            <a:avLst/>
            <a:gdLst>
              <a:gd name="connsiteX0" fmla="*/ 1536 w 1536"/>
              <a:gd name="connsiteY0" fmla="*/ 0 h 5212"/>
              <a:gd name="connsiteX1" fmla="*/ 0 w 1536"/>
              <a:gd name="connsiteY1" fmla="*/ 0 h 5212"/>
              <a:gd name="connsiteX2" fmla="*/ 0 w 1536"/>
              <a:gd name="connsiteY2" fmla="*/ 5212 h 5212"/>
              <a:gd name="connsiteX3" fmla="*/ 1536 w 1536"/>
              <a:gd name="connsiteY3" fmla="*/ 0 h 5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6" h="5212">
                <a:moveTo>
                  <a:pt x="1536" y="0"/>
                </a:moveTo>
                <a:lnTo>
                  <a:pt x="0" y="0"/>
                </a:lnTo>
                <a:lnTo>
                  <a:pt x="0" y="5212"/>
                </a:lnTo>
                <a:lnTo>
                  <a:pt x="153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8D1453C-C127-40E9-93B8-43D632B02A50}"/>
              </a:ext>
            </a:extLst>
          </p:cNvPr>
          <p:cNvSpPr/>
          <p:nvPr userDrawn="1"/>
        </p:nvSpPr>
        <p:spPr>
          <a:xfrm>
            <a:off x="0" y="548481"/>
            <a:ext cx="538480" cy="151224"/>
          </a:xfrm>
          <a:prstGeom prst="rect">
            <a:avLst/>
          </a:prstGeom>
          <a:solidFill>
            <a:srgbClr val="64D2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06AD58-058B-4933-9DB3-E1D9BF0E77AA}"/>
              </a:ext>
            </a:extLst>
          </p:cNvPr>
          <p:cNvSpPr txBox="1"/>
          <p:nvPr userDrawn="1"/>
        </p:nvSpPr>
        <p:spPr>
          <a:xfrm>
            <a:off x="499374" y="269289"/>
            <a:ext cx="365485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1482CD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A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64D2FF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ction</a:t>
            </a:r>
            <a:endParaRPr kumimoji="0" lang="ko-KR" altLang="en-US" sz="1000" b="0" i="0" u="none" strike="noStrike" kern="1200" cap="none" spc="0" normalizeH="0" baseline="0" noProof="0" dirty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64D2FF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sp>
        <p:nvSpPr>
          <p:cNvPr id="15" name="평행 사변형 14">
            <a:extLst>
              <a:ext uri="{FF2B5EF4-FFF2-40B4-BE49-F238E27FC236}">
                <a16:creationId xmlns:a16="http://schemas.microsoft.com/office/drawing/2014/main" id="{ED3D1081-5CB5-48EF-8A56-7E0F14EA0397}"/>
              </a:ext>
            </a:extLst>
          </p:cNvPr>
          <p:cNvSpPr/>
          <p:nvPr userDrawn="1"/>
        </p:nvSpPr>
        <p:spPr>
          <a:xfrm>
            <a:off x="310110" y="854004"/>
            <a:ext cx="744013" cy="268328"/>
          </a:xfrm>
          <a:custGeom>
            <a:avLst/>
            <a:gdLst>
              <a:gd name="connsiteX0" fmla="*/ 0 w 1130746"/>
              <a:gd name="connsiteY0" fmla="*/ 208228 h 208228"/>
              <a:gd name="connsiteX1" fmla="*/ 116958 w 1130746"/>
              <a:gd name="connsiteY1" fmla="*/ 0 h 208228"/>
              <a:gd name="connsiteX2" fmla="*/ 1130746 w 1130746"/>
              <a:gd name="connsiteY2" fmla="*/ 0 h 208228"/>
              <a:gd name="connsiteX3" fmla="*/ 1013788 w 1130746"/>
              <a:gd name="connsiteY3" fmla="*/ 208228 h 208228"/>
              <a:gd name="connsiteX4" fmla="*/ 0 w 1130746"/>
              <a:gd name="connsiteY4" fmla="*/ 208228 h 208228"/>
              <a:gd name="connsiteX0" fmla="*/ 31632 w 1162378"/>
              <a:gd name="connsiteY0" fmla="*/ 208228 h 208228"/>
              <a:gd name="connsiteX1" fmla="*/ 0 w 1162378"/>
              <a:gd name="connsiteY1" fmla="*/ 3810 h 208228"/>
              <a:gd name="connsiteX2" fmla="*/ 1162378 w 1162378"/>
              <a:gd name="connsiteY2" fmla="*/ 0 h 208228"/>
              <a:gd name="connsiteX3" fmla="*/ 1045420 w 1162378"/>
              <a:gd name="connsiteY3" fmla="*/ 208228 h 208228"/>
              <a:gd name="connsiteX4" fmla="*/ 31632 w 1162378"/>
              <a:gd name="connsiteY4" fmla="*/ 208228 h 208228"/>
              <a:gd name="connsiteX0" fmla="*/ 0 w 1165036"/>
              <a:gd name="connsiteY0" fmla="*/ 215848 h 215848"/>
              <a:gd name="connsiteX1" fmla="*/ 2658 w 1165036"/>
              <a:gd name="connsiteY1" fmla="*/ 3810 h 215848"/>
              <a:gd name="connsiteX2" fmla="*/ 1165036 w 1165036"/>
              <a:gd name="connsiteY2" fmla="*/ 0 h 215848"/>
              <a:gd name="connsiteX3" fmla="*/ 1048078 w 1165036"/>
              <a:gd name="connsiteY3" fmla="*/ 208228 h 215848"/>
              <a:gd name="connsiteX4" fmla="*/ 0 w 1165036"/>
              <a:gd name="connsiteY4" fmla="*/ 215848 h 215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5036" h="215848">
                <a:moveTo>
                  <a:pt x="0" y="215848"/>
                </a:moveTo>
                <a:lnTo>
                  <a:pt x="2658" y="3810"/>
                </a:lnTo>
                <a:lnTo>
                  <a:pt x="1165036" y="0"/>
                </a:lnTo>
                <a:lnTo>
                  <a:pt x="1048078" y="208228"/>
                </a:lnTo>
                <a:lnTo>
                  <a:pt x="0" y="215848"/>
                </a:lnTo>
                <a:close/>
              </a:path>
            </a:pathLst>
          </a:cu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 w="9525">
                  <a:solidFill>
                    <a:srgbClr val="1E6EBE">
                      <a:alpha val="0"/>
                    </a:srgbClr>
                  </a:solidFill>
                </a:ln>
                <a:solidFill>
                  <a:srgbClr val="1E6EBE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실행 효과</a:t>
            </a:r>
          </a:p>
        </p:txBody>
      </p:sp>
    </p:spTree>
    <p:extLst>
      <p:ext uri="{BB962C8B-B14F-4D97-AF65-F5344CB8AC3E}">
        <p14:creationId xmlns:p14="http://schemas.microsoft.com/office/powerpoint/2010/main" val="36468233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전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FCEC6AC1-738D-46C6-B6AD-6AD8AA70E160}"/>
              </a:ext>
            </a:extLst>
          </p:cNvPr>
          <p:cNvSpPr/>
          <p:nvPr userDrawn="1"/>
        </p:nvSpPr>
        <p:spPr>
          <a:xfrm>
            <a:off x="0" y="0"/>
            <a:ext cx="9906368" cy="1101863"/>
          </a:xfrm>
          <a:prstGeom prst="rect">
            <a:avLst/>
          </a:prstGeom>
          <a:solidFill>
            <a:srgbClr val="E6E6E6"/>
          </a:solidFill>
          <a:ln w="114300" cap="rnd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KoPub돋움체 Bold" panose="00000800000000000000" pitchFamily="2" charset="-127"/>
              <a:ea typeface="KoPub돋움체 Medium" panose="02020603020101020101" pitchFamily="18" charset="-127"/>
              <a:cs typeface="+mn-cs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4D7F18A6-F77D-407E-BEF2-4722B675D785}"/>
              </a:ext>
            </a:extLst>
          </p:cNvPr>
          <p:cNvSpPr/>
          <p:nvPr userDrawn="1"/>
        </p:nvSpPr>
        <p:spPr>
          <a:xfrm flipH="1">
            <a:off x="0" y="5212"/>
            <a:ext cx="335757" cy="1139379"/>
          </a:xfrm>
          <a:custGeom>
            <a:avLst/>
            <a:gdLst>
              <a:gd name="connsiteX0" fmla="*/ 335757 w 335757"/>
              <a:gd name="connsiteY0" fmla="*/ 0 h 1139379"/>
              <a:gd name="connsiteX1" fmla="*/ 0 w 335757"/>
              <a:gd name="connsiteY1" fmla="*/ 1139379 h 1139379"/>
              <a:gd name="connsiteX2" fmla="*/ 335757 w 335757"/>
              <a:gd name="connsiteY2" fmla="*/ 1139379 h 1139379"/>
              <a:gd name="connsiteX3" fmla="*/ 335757 w 335757"/>
              <a:gd name="connsiteY3" fmla="*/ 0 h 113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5757" h="1139379">
                <a:moveTo>
                  <a:pt x="335757" y="0"/>
                </a:moveTo>
                <a:lnTo>
                  <a:pt x="0" y="1139379"/>
                </a:lnTo>
                <a:lnTo>
                  <a:pt x="335757" y="1139379"/>
                </a:lnTo>
                <a:lnTo>
                  <a:pt x="335757" y="0"/>
                </a:lnTo>
                <a:close/>
              </a:path>
            </a:pathLst>
          </a:custGeom>
          <a:solidFill>
            <a:srgbClr val="1482C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1CDA37C8-37BE-49A3-A0F3-7B26B0CA748A}"/>
              </a:ext>
            </a:extLst>
          </p:cNvPr>
          <p:cNvSpPr/>
          <p:nvPr userDrawn="1"/>
        </p:nvSpPr>
        <p:spPr>
          <a:xfrm flipH="1">
            <a:off x="8866956" y="0"/>
            <a:ext cx="800106" cy="1144591"/>
          </a:xfrm>
          <a:prstGeom prst="parallelogram">
            <a:avLst>
              <a:gd name="adj" fmla="val 42156"/>
            </a:avLst>
          </a:prstGeom>
          <a:solidFill>
            <a:srgbClr val="1482C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3" name="평행 사변형 12">
            <a:extLst>
              <a:ext uri="{FF2B5EF4-FFF2-40B4-BE49-F238E27FC236}">
                <a16:creationId xmlns:a16="http://schemas.microsoft.com/office/drawing/2014/main" id="{66141F92-4ABA-4F77-BF24-5880C1FB6EF3}"/>
              </a:ext>
            </a:extLst>
          </p:cNvPr>
          <p:cNvSpPr/>
          <p:nvPr userDrawn="1"/>
        </p:nvSpPr>
        <p:spPr>
          <a:xfrm>
            <a:off x="9089372" y="0"/>
            <a:ext cx="800106" cy="1144591"/>
          </a:xfrm>
          <a:prstGeom prst="parallelogram">
            <a:avLst>
              <a:gd name="adj" fmla="val 42156"/>
            </a:avLst>
          </a:prstGeom>
          <a:solidFill>
            <a:srgbClr val="64D2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1549A9B-44EE-4A89-A390-FACB26FC9A88}"/>
              </a:ext>
            </a:extLst>
          </p:cNvPr>
          <p:cNvGrpSpPr/>
          <p:nvPr userDrawn="1"/>
        </p:nvGrpSpPr>
        <p:grpSpPr>
          <a:xfrm>
            <a:off x="0" y="817997"/>
            <a:ext cx="9907846" cy="342466"/>
            <a:chOff x="0" y="1158253"/>
            <a:chExt cx="9907846" cy="342466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E414FE9-F8F2-4989-9ABB-43B2F9E2A39E}"/>
                </a:ext>
              </a:extLst>
            </p:cNvPr>
            <p:cNvSpPr/>
            <p:nvPr userDrawn="1"/>
          </p:nvSpPr>
          <p:spPr>
            <a:xfrm>
              <a:off x="0" y="1158253"/>
              <a:ext cx="1302327" cy="342466"/>
            </a:xfrm>
            <a:prstGeom prst="rect">
              <a:avLst/>
            </a:prstGeom>
            <a:solidFill>
              <a:srgbClr val="D2D2D2"/>
            </a:solidFill>
          </p:spPr>
          <p:txBody>
            <a:bodyPr wrap="square" lIns="0" tIns="0" rIns="0" bIns="0" rtlCol="0">
              <a:noAutofit/>
            </a:bodyPr>
            <a:lstStyle/>
            <a:p>
              <a:pPr lvl="0" defTabSz="914400" latinLnBrk="1"/>
              <a:endParaRPr kern="0" noProof="0" dirty="0">
                <a:solidFill>
                  <a:prstClr val="black"/>
                </a:solidFill>
                <a:latin typeface="KoPub돋움체 Bold" panose="02020603020101020101" pitchFamily="18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62C9E920-564D-46E0-B212-ADD3A1C692B8}"/>
                </a:ext>
              </a:extLst>
            </p:cNvPr>
            <p:cNvSpPr/>
            <p:nvPr userDrawn="1"/>
          </p:nvSpPr>
          <p:spPr>
            <a:xfrm>
              <a:off x="1054099" y="1158253"/>
              <a:ext cx="8853747" cy="342466"/>
            </a:xfrm>
            <a:custGeom>
              <a:avLst/>
              <a:gdLst>
                <a:gd name="connsiteX0" fmla="*/ 0 w 9172109"/>
                <a:gd name="connsiteY0" fmla="*/ 0 h 342466"/>
                <a:gd name="connsiteX1" fmla="*/ 9172109 w 9172109"/>
                <a:gd name="connsiteY1" fmla="*/ 0 h 342466"/>
                <a:gd name="connsiteX2" fmla="*/ 9172109 w 9172109"/>
                <a:gd name="connsiteY2" fmla="*/ 342466 h 342466"/>
                <a:gd name="connsiteX3" fmla="*/ 233346 w 9172109"/>
                <a:gd name="connsiteY3" fmla="*/ 342466 h 342466"/>
                <a:gd name="connsiteX4" fmla="*/ 0 w 9172109"/>
                <a:gd name="connsiteY4" fmla="*/ 0 h 342466"/>
                <a:gd name="connsiteX0" fmla="*/ 0 w 9042079"/>
                <a:gd name="connsiteY0" fmla="*/ 0 h 351610"/>
                <a:gd name="connsiteX1" fmla="*/ 9042079 w 9042079"/>
                <a:gd name="connsiteY1" fmla="*/ 9144 h 351610"/>
                <a:gd name="connsiteX2" fmla="*/ 9042079 w 9042079"/>
                <a:gd name="connsiteY2" fmla="*/ 351610 h 351610"/>
                <a:gd name="connsiteX3" fmla="*/ 103316 w 9042079"/>
                <a:gd name="connsiteY3" fmla="*/ 351610 h 351610"/>
                <a:gd name="connsiteX4" fmla="*/ 0 w 9042079"/>
                <a:gd name="connsiteY4" fmla="*/ 0 h 351610"/>
                <a:gd name="connsiteX0" fmla="*/ 0 w 9046917"/>
                <a:gd name="connsiteY0" fmla="*/ 0 h 344466"/>
                <a:gd name="connsiteX1" fmla="*/ 9046917 w 9046917"/>
                <a:gd name="connsiteY1" fmla="*/ 2000 h 344466"/>
                <a:gd name="connsiteX2" fmla="*/ 9046917 w 9046917"/>
                <a:gd name="connsiteY2" fmla="*/ 344466 h 344466"/>
                <a:gd name="connsiteX3" fmla="*/ 108154 w 9046917"/>
                <a:gd name="connsiteY3" fmla="*/ 344466 h 344466"/>
                <a:gd name="connsiteX4" fmla="*/ 0 w 9046917"/>
                <a:gd name="connsiteY4" fmla="*/ 0 h 344466"/>
                <a:gd name="connsiteX0" fmla="*/ 0 w 9049335"/>
                <a:gd name="connsiteY0" fmla="*/ 0 h 344466"/>
                <a:gd name="connsiteX1" fmla="*/ 9049335 w 9049335"/>
                <a:gd name="connsiteY1" fmla="*/ 2000 h 344466"/>
                <a:gd name="connsiteX2" fmla="*/ 9049335 w 9049335"/>
                <a:gd name="connsiteY2" fmla="*/ 344466 h 344466"/>
                <a:gd name="connsiteX3" fmla="*/ 110572 w 9049335"/>
                <a:gd name="connsiteY3" fmla="*/ 344466 h 344466"/>
                <a:gd name="connsiteX4" fmla="*/ 0 w 9049335"/>
                <a:gd name="connsiteY4" fmla="*/ 0 h 344466"/>
                <a:gd name="connsiteX0" fmla="*/ 0 w 9042079"/>
                <a:gd name="connsiteY0" fmla="*/ 381 h 342466"/>
                <a:gd name="connsiteX1" fmla="*/ 9042079 w 9042079"/>
                <a:gd name="connsiteY1" fmla="*/ 0 h 342466"/>
                <a:gd name="connsiteX2" fmla="*/ 9042079 w 9042079"/>
                <a:gd name="connsiteY2" fmla="*/ 342466 h 342466"/>
                <a:gd name="connsiteX3" fmla="*/ 103316 w 9042079"/>
                <a:gd name="connsiteY3" fmla="*/ 342466 h 342466"/>
                <a:gd name="connsiteX4" fmla="*/ 0 w 9042079"/>
                <a:gd name="connsiteY4" fmla="*/ 381 h 342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42079" h="342466">
                  <a:moveTo>
                    <a:pt x="0" y="381"/>
                  </a:moveTo>
                  <a:lnTo>
                    <a:pt x="9042079" y="0"/>
                  </a:lnTo>
                  <a:lnTo>
                    <a:pt x="9042079" y="342466"/>
                  </a:lnTo>
                  <a:lnTo>
                    <a:pt x="103316" y="342466"/>
                  </a:lnTo>
                  <a:lnTo>
                    <a:pt x="0" y="381"/>
                  </a:lnTo>
                  <a:close/>
                </a:path>
              </a:pathLst>
            </a:custGeom>
            <a:solidFill>
              <a:srgbClr val="AAE6FF"/>
            </a:solidFill>
          </p:spPr>
          <p:txBody>
            <a:bodyPr wrap="square" lIns="0" tIns="0" rIns="0" bIns="0" rtlCol="0">
              <a:noAutofit/>
            </a:bodyPr>
            <a:lstStyle/>
            <a:p>
              <a:pPr lvl="0" defTabSz="914400" latinLnBrk="1"/>
              <a:endParaRPr kern="0" noProof="0" dirty="0">
                <a:solidFill>
                  <a:prstClr val="black"/>
                </a:solidFill>
                <a:latin typeface="KoPub돋움체 Bold" panose="02020603020101020101" pitchFamily="18" charset="-127"/>
              </a:endParaRPr>
            </a:p>
          </p:txBody>
        </p:sp>
      </p:grp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E7407817-8DCD-4E7E-B34F-CEBB49BF0C63}"/>
              </a:ext>
            </a:extLst>
          </p:cNvPr>
          <p:cNvSpPr/>
          <p:nvPr userDrawn="1"/>
        </p:nvSpPr>
        <p:spPr>
          <a:xfrm flipH="1">
            <a:off x="-99981" y="0"/>
            <a:ext cx="1536" cy="5212"/>
          </a:xfrm>
          <a:custGeom>
            <a:avLst/>
            <a:gdLst>
              <a:gd name="connsiteX0" fmla="*/ 1536 w 1536"/>
              <a:gd name="connsiteY0" fmla="*/ 0 h 5212"/>
              <a:gd name="connsiteX1" fmla="*/ 0 w 1536"/>
              <a:gd name="connsiteY1" fmla="*/ 0 h 5212"/>
              <a:gd name="connsiteX2" fmla="*/ 0 w 1536"/>
              <a:gd name="connsiteY2" fmla="*/ 5212 h 5212"/>
              <a:gd name="connsiteX3" fmla="*/ 1536 w 1536"/>
              <a:gd name="connsiteY3" fmla="*/ 0 h 5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6" h="5212">
                <a:moveTo>
                  <a:pt x="1536" y="0"/>
                </a:moveTo>
                <a:lnTo>
                  <a:pt x="0" y="0"/>
                </a:lnTo>
                <a:lnTo>
                  <a:pt x="0" y="5212"/>
                </a:lnTo>
                <a:lnTo>
                  <a:pt x="153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8D1453C-C127-40E9-93B8-43D632B02A50}"/>
              </a:ext>
            </a:extLst>
          </p:cNvPr>
          <p:cNvSpPr/>
          <p:nvPr userDrawn="1"/>
        </p:nvSpPr>
        <p:spPr>
          <a:xfrm>
            <a:off x="0" y="548481"/>
            <a:ext cx="538480" cy="151224"/>
          </a:xfrm>
          <a:prstGeom prst="rect">
            <a:avLst/>
          </a:prstGeom>
          <a:solidFill>
            <a:srgbClr val="64D2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06AD58-058B-4933-9DB3-E1D9BF0E77AA}"/>
              </a:ext>
            </a:extLst>
          </p:cNvPr>
          <p:cNvSpPr txBox="1"/>
          <p:nvPr userDrawn="1"/>
        </p:nvSpPr>
        <p:spPr>
          <a:xfrm>
            <a:off x="461704" y="269289"/>
            <a:ext cx="440826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1482CD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A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64D2FF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ction</a:t>
            </a:r>
            <a:endParaRPr kumimoji="0" lang="ko-KR" altLang="en-US" sz="1000" b="0" i="0" u="none" strike="noStrike" kern="1200" cap="none" spc="0" normalizeH="0" baseline="0" noProof="0" dirty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64D2FF"/>
              </a:solidFill>
              <a:effectLst/>
              <a:uLnTx/>
              <a:uFillTx/>
              <a:latin typeface="페이퍼로지 7 Bold" pitchFamily="2" charset="-127"/>
              <a:ea typeface="페이퍼로지 7 Bold" pitchFamily="2" charset="-127"/>
              <a:cs typeface="+mn-cs"/>
            </a:endParaRPr>
          </a:p>
        </p:txBody>
      </p:sp>
      <p:sp>
        <p:nvSpPr>
          <p:cNvPr id="15" name="평행 사변형 14">
            <a:extLst>
              <a:ext uri="{FF2B5EF4-FFF2-40B4-BE49-F238E27FC236}">
                <a16:creationId xmlns:a16="http://schemas.microsoft.com/office/drawing/2014/main" id="{ED3D1081-5CB5-48EF-8A56-7E0F14EA0397}"/>
              </a:ext>
            </a:extLst>
          </p:cNvPr>
          <p:cNvSpPr/>
          <p:nvPr userDrawn="1"/>
        </p:nvSpPr>
        <p:spPr>
          <a:xfrm>
            <a:off x="310110" y="854004"/>
            <a:ext cx="744013" cy="268328"/>
          </a:xfrm>
          <a:custGeom>
            <a:avLst/>
            <a:gdLst>
              <a:gd name="connsiteX0" fmla="*/ 0 w 1130746"/>
              <a:gd name="connsiteY0" fmla="*/ 208228 h 208228"/>
              <a:gd name="connsiteX1" fmla="*/ 116958 w 1130746"/>
              <a:gd name="connsiteY1" fmla="*/ 0 h 208228"/>
              <a:gd name="connsiteX2" fmla="*/ 1130746 w 1130746"/>
              <a:gd name="connsiteY2" fmla="*/ 0 h 208228"/>
              <a:gd name="connsiteX3" fmla="*/ 1013788 w 1130746"/>
              <a:gd name="connsiteY3" fmla="*/ 208228 h 208228"/>
              <a:gd name="connsiteX4" fmla="*/ 0 w 1130746"/>
              <a:gd name="connsiteY4" fmla="*/ 208228 h 208228"/>
              <a:gd name="connsiteX0" fmla="*/ 31632 w 1162378"/>
              <a:gd name="connsiteY0" fmla="*/ 208228 h 208228"/>
              <a:gd name="connsiteX1" fmla="*/ 0 w 1162378"/>
              <a:gd name="connsiteY1" fmla="*/ 3810 h 208228"/>
              <a:gd name="connsiteX2" fmla="*/ 1162378 w 1162378"/>
              <a:gd name="connsiteY2" fmla="*/ 0 h 208228"/>
              <a:gd name="connsiteX3" fmla="*/ 1045420 w 1162378"/>
              <a:gd name="connsiteY3" fmla="*/ 208228 h 208228"/>
              <a:gd name="connsiteX4" fmla="*/ 31632 w 1162378"/>
              <a:gd name="connsiteY4" fmla="*/ 208228 h 208228"/>
              <a:gd name="connsiteX0" fmla="*/ 0 w 1165036"/>
              <a:gd name="connsiteY0" fmla="*/ 215848 h 215848"/>
              <a:gd name="connsiteX1" fmla="*/ 2658 w 1165036"/>
              <a:gd name="connsiteY1" fmla="*/ 3810 h 215848"/>
              <a:gd name="connsiteX2" fmla="*/ 1165036 w 1165036"/>
              <a:gd name="connsiteY2" fmla="*/ 0 h 215848"/>
              <a:gd name="connsiteX3" fmla="*/ 1048078 w 1165036"/>
              <a:gd name="connsiteY3" fmla="*/ 208228 h 215848"/>
              <a:gd name="connsiteX4" fmla="*/ 0 w 1165036"/>
              <a:gd name="connsiteY4" fmla="*/ 215848 h 215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5036" h="215848">
                <a:moveTo>
                  <a:pt x="0" y="215848"/>
                </a:moveTo>
                <a:lnTo>
                  <a:pt x="2658" y="3810"/>
                </a:lnTo>
                <a:lnTo>
                  <a:pt x="1165036" y="0"/>
                </a:lnTo>
                <a:lnTo>
                  <a:pt x="1048078" y="208228"/>
                </a:lnTo>
                <a:lnTo>
                  <a:pt x="0" y="215848"/>
                </a:lnTo>
                <a:close/>
              </a:path>
            </a:pathLst>
          </a:cu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 w="9525">
                  <a:solidFill>
                    <a:srgbClr val="1E6EBE">
                      <a:alpha val="0"/>
                    </a:srgbClr>
                  </a:solidFill>
                </a:ln>
                <a:solidFill>
                  <a:srgbClr val="1E6EBE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실행 효과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7CBA119-32BF-0550-2EC5-A58A0B81E907}"/>
              </a:ext>
            </a:extLst>
          </p:cNvPr>
          <p:cNvSpPr/>
          <p:nvPr userDrawn="1"/>
        </p:nvSpPr>
        <p:spPr>
          <a:xfrm>
            <a:off x="1908608" y="166044"/>
            <a:ext cx="1830629" cy="16158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lvl="1" indent="-277806" defTabSz="893010">
              <a:spcAft>
                <a:spcPts val="195"/>
              </a:spcAft>
              <a:buClr>
                <a:sysClr val="windowText" lastClr="000000"/>
              </a:buClr>
              <a:tabLst>
                <a:tab pos="5491302" algn="l"/>
              </a:tabLst>
              <a:defRPr/>
            </a:pPr>
            <a:r>
              <a:rPr lang="ko-KR" altLang="en-US" sz="10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82828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Tahoma" pitchFamily="34" charset="0"/>
              </a:rPr>
              <a:t>대상 사업 특성에 따른 맞춤형 감리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EF15F-6061-C793-E030-608D7A6054AF}"/>
              </a:ext>
            </a:extLst>
          </p:cNvPr>
          <p:cNvSpPr txBox="1"/>
          <p:nvPr userDrawn="1"/>
        </p:nvSpPr>
        <p:spPr>
          <a:xfrm>
            <a:off x="1161984" y="149457"/>
            <a:ext cx="676341" cy="194756"/>
          </a:xfrm>
          <a:prstGeom prst="roundRect">
            <a:avLst>
              <a:gd name="adj" fmla="val 50000"/>
            </a:avLst>
          </a:prstGeom>
          <a:solidFill>
            <a:srgbClr val="1EB4F5"/>
          </a:solidFill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5503">
                      <a:prstClr val="white"/>
                    </a:gs>
                    <a:gs pos="61409">
                      <a:prstClr val="white"/>
                    </a:gs>
                  </a:gsLst>
                  <a:lin ang="5400000" scaled="0"/>
                </a:gra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전략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5503">
                      <a:prstClr val="white"/>
                    </a:gs>
                    <a:gs pos="61409">
                      <a:prstClr val="white"/>
                    </a:gs>
                  </a:gsLst>
                  <a:lin ang="5400000" scaled="0"/>
                </a:gra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_01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gradFill>
                <a:gsLst>
                  <a:gs pos="75503">
                    <a:prstClr val="white"/>
                  </a:gs>
                  <a:gs pos="61409">
                    <a:prstClr val="white"/>
                  </a:gs>
                </a:gsLst>
                <a:lin ang="5400000" scaled="0"/>
              </a:gra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19823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전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FCEC6AC1-738D-46C6-B6AD-6AD8AA70E160}"/>
              </a:ext>
            </a:extLst>
          </p:cNvPr>
          <p:cNvSpPr/>
          <p:nvPr userDrawn="1"/>
        </p:nvSpPr>
        <p:spPr>
          <a:xfrm>
            <a:off x="0" y="0"/>
            <a:ext cx="9906368" cy="1101863"/>
          </a:xfrm>
          <a:prstGeom prst="rect">
            <a:avLst/>
          </a:prstGeom>
          <a:solidFill>
            <a:srgbClr val="E6E6E6"/>
          </a:solidFill>
          <a:ln w="114300" cap="rnd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KoPub돋움체 Bold" panose="00000800000000000000" pitchFamily="2" charset="-127"/>
              <a:ea typeface="KoPub돋움체 Medium" panose="02020603020101020101" pitchFamily="18" charset="-127"/>
              <a:cs typeface="+mn-cs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4D7F18A6-F77D-407E-BEF2-4722B675D785}"/>
              </a:ext>
            </a:extLst>
          </p:cNvPr>
          <p:cNvSpPr/>
          <p:nvPr userDrawn="1"/>
        </p:nvSpPr>
        <p:spPr>
          <a:xfrm flipH="1">
            <a:off x="0" y="5212"/>
            <a:ext cx="335757" cy="1139379"/>
          </a:xfrm>
          <a:custGeom>
            <a:avLst/>
            <a:gdLst>
              <a:gd name="connsiteX0" fmla="*/ 335757 w 335757"/>
              <a:gd name="connsiteY0" fmla="*/ 0 h 1139379"/>
              <a:gd name="connsiteX1" fmla="*/ 0 w 335757"/>
              <a:gd name="connsiteY1" fmla="*/ 1139379 h 1139379"/>
              <a:gd name="connsiteX2" fmla="*/ 335757 w 335757"/>
              <a:gd name="connsiteY2" fmla="*/ 1139379 h 1139379"/>
              <a:gd name="connsiteX3" fmla="*/ 335757 w 335757"/>
              <a:gd name="connsiteY3" fmla="*/ 0 h 113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5757" h="1139379">
                <a:moveTo>
                  <a:pt x="335757" y="0"/>
                </a:moveTo>
                <a:lnTo>
                  <a:pt x="0" y="1139379"/>
                </a:lnTo>
                <a:lnTo>
                  <a:pt x="335757" y="1139379"/>
                </a:lnTo>
                <a:lnTo>
                  <a:pt x="335757" y="0"/>
                </a:lnTo>
                <a:close/>
              </a:path>
            </a:pathLst>
          </a:custGeom>
          <a:solidFill>
            <a:srgbClr val="1482C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1CDA37C8-37BE-49A3-A0F3-7B26B0CA748A}"/>
              </a:ext>
            </a:extLst>
          </p:cNvPr>
          <p:cNvSpPr/>
          <p:nvPr userDrawn="1"/>
        </p:nvSpPr>
        <p:spPr>
          <a:xfrm flipH="1">
            <a:off x="8866956" y="0"/>
            <a:ext cx="800106" cy="1144591"/>
          </a:xfrm>
          <a:prstGeom prst="parallelogram">
            <a:avLst>
              <a:gd name="adj" fmla="val 42156"/>
            </a:avLst>
          </a:prstGeom>
          <a:solidFill>
            <a:srgbClr val="1482C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3" name="평행 사변형 12">
            <a:extLst>
              <a:ext uri="{FF2B5EF4-FFF2-40B4-BE49-F238E27FC236}">
                <a16:creationId xmlns:a16="http://schemas.microsoft.com/office/drawing/2014/main" id="{66141F92-4ABA-4F77-BF24-5880C1FB6EF3}"/>
              </a:ext>
            </a:extLst>
          </p:cNvPr>
          <p:cNvSpPr/>
          <p:nvPr userDrawn="1"/>
        </p:nvSpPr>
        <p:spPr>
          <a:xfrm>
            <a:off x="9089372" y="0"/>
            <a:ext cx="800106" cy="1144591"/>
          </a:xfrm>
          <a:prstGeom prst="parallelogram">
            <a:avLst>
              <a:gd name="adj" fmla="val 42156"/>
            </a:avLst>
          </a:prstGeom>
          <a:solidFill>
            <a:srgbClr val="64D2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1549A9B-44EE-4A89-A390-FACB26FC9A88}"/>
              </a:ext>
            </a:extLst>
          </p:cNvPr>
          <p:cNvGrpSpPr/>
          <p:nvPr userDrawn="1"/>
        </p:nvGrpSpPr>
        <p:grpSpPr>
          <a:xfrm>
            <a:off x="0" y="817997"/>
            <a:ext cx="9907846" cy="342466"/>
            <a:chOff x="0" y="1158253"/>
            <a:chExt cx="9907846" cy="342466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E414FE9-F8F2-4989-9ABB-43B2F9E2A39E}"/>
                </a:ext>
              </a:extLst>
            </p:cNvPr>
            <p:cNvSpPr/>
            <p:nvPr userDrawn="1"/>
          </p:nvSpPr>
          <p:spPr>
            <a:xfrm>
              <a:off x="0" y="1158253"/>
              <a:ext cx="1302327" cy="342466"/>
            </a:xfrm>
            <a:prstGeom prst="rect">
              <a:avLst/>
            </a:prstGeom>
            <a:solidFill>
              <a:srgbClr val="D2D2D2"/>
            </a:solidFill>
          </p:spPr>
          <p:txBody>
            <a:bodyPr wrap="square" lIns="0" tIns="0" rIns="0" bIns="0" rtlCol="0">
              <a:noAutofit/>
            </a:bodyPr>
            <a:lstStyle/>
            <a:p>
              <a:pPr lvl="0" defTabSz="914400" latinLnBrk="1"/>
              <a:endParaRPr kern="0" noProof="0" dirty="0">
                <a:solidFill>
                  <a:prstClr val="black"/>
                </a:solidFill>
                <a:latin typeface="KoPub돋움체 Bold" panose="02020603020101020101" pitchFamily="18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62C9E920-564D-46E0-B212-ADD3A1C692B8}"/>
                </a:ext>
              </a:extLst>
            </p:cNvPr>
            <p:cNvSpPr/>
            <p:nvPr userDrawn="1"/>
          </p:nvSpPr>
          <p:spPr>
            <a:xfrm>
              <a:off x="1054099" y="1158253"/>
              <a:ext cx="8853747" cy="342466"/>
            </a:xfrm>
            <a:custGeom>
              <a:avLst/>
              <a:gdLst>
                <a:gd name="connsiteX0" fmla="*/ 0 w 9172109"/>
                <a:gd name="connsiteY0" fmla="*/ 0 h 342466"/>
                <a:gd name="connsiteX1" fmla="*/ 9172109 w 9172109"/>
                <a:gd name="connsiteY1" fmla="*/ 0 h 342466"/>
                <a:gd name="connsiteX2" fmla="*/ 9172109 w 9172109"/>
                <a:gd name="connsiteY2" fmla="*/ 342466 h 342466"/>
                <a:gd name="connsiteX3" fmla="*/ 233346 w 9172109"/>
                <a:gd name="connsiteY3" fmla="*/ 342466 h 342466"/>
                <a:gd name="connsiteX4" fmla="*/ 0 w 9172109"/>
                <a:gd name="connsiteY4" fmla="*/ 0 h 342466"/>
                <a:gd name="connsiteX0" fmla="*/ 0 w 9042079"/>
                <a:gd name="connsiteY0" fmla="*/ 0 h 351610"/>
                <a:gd name="connsiteX1" fmla="*/ 9042079 w 9042079"/>
                <a:gd name="connsiteY1" fmla="*/ 9144 h 351610"/>
                <a:gd name="connsiteX2" fmla="*/ 9042079 w 9042079"/>
                <a:gd name="connsiteY2" fmla="*/ 351610 h 351610"/>
                <a:gd name="connsiteX3" fmla="*/ 103316 w 9042079"/>
                <a:gd name="connsiteY3" fmla="*/ 351610 h 351610"/>
                <a:gd name="connsiteX4" fmla="*/ 0 w 9042079"/>
                <a:gd name="connsiteY4" fmla="*/ 0 h 351610"/>
                <a:gd name="connsiteX0" fmla="*/ 0 w 9046917"/>
                <a:gd name="connsiteY0" fmla="*/ 0 h 344466"/>
                <a:gd name="connsiteX1" fmla="*/ 9046917 w 9046917"/>
                <a:gd name="connsiteY1" fmla="*/ 2000 h 344466"/>
                <a:gd name="connsiteX2" fmla="*/ 9046917 w 9046917"/>
                <a:gd name="connsiteY2" fmla="*/ 344466 h 344466"/>
                <a:gd name="connsiteX3" fmla="*/ 108154 w 9046917"/>
                <a:gd name="connsiteY3" fmla="*/ 344466 h 344466"/>
                <a:gd name="connsiteX4" fmla="*/ 0 w 9046917"/>
                <a:gd name="connsiteY4" fmla="*/ 0 h 344466"/>
                <a:gd name="connsiteX0" fmla="*/ 0 w 9049335"/>
                <a:gd name="connsiteY0" fmla="*/ 0 h 344466"/>
                <a:gd name="connsiteX1" fmla="*/ 9049335 w 9049335"/>
                <a:gd name="connsiteY1" fmla="*/ 2000 h 344466"/>
                <a:gd name="connsiteX2" fmla="*/ 9049335 w 9049335"/>
                <a:gd name="connsiteY2" fmla="*/ 344466 h 344466"/>
                <a:gd name="connsiteX3" fmla="*/ 110572 w 9049335"/>
                <a:gd name="connsiteY3" fmla="*/ 344466 h 344466"/>
                <a:gd name="connsiteX4" fmla="*/ 0 w 9049335"/>
                <a:gd name="connsiteY4" fmla="*/ 0 h 344466"/>
                <a:gd name="connsiteX0" fmla="*/ 0 w 9042079"/>
                <a:gd name="connsiteY0" fmla="*/ 381 h 342466"/>
                <a:gd name="connsiteX1" fmla="*/ 9042079 w 9042079"/>
                <a:gd name="connsiteY1" fmla="*/ 0 h 342466"/>
                <a:gd name="connsiteX2" fmla="*/ 9042079 w 9042079"/>
                <a:gd name="connsiteY2" fmla="*/ 342466 h 342466"/>
                <a:gd name="connsiteX3" fmla="*/ 103316 w 9042079"/>
                <a:gd name="connsiteY3" fmla="*/ 342466 h 342466"/>
                <a:gd name="connsiteX4" fmla="*/ 0 w 9042079"/>
                <a:gd name="connsiteY4" fmla="*/ 381 h 342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42079" h="342466">
                  <a:moveTo>
                    <a:pt x="0" y="381"/>
                  </a:moveTo>
                  <a:lnTo>
                    <a:pt x="9042079" y="0"/>
                  </a:lnTo>
                  <a:lnTo>
                    <a:pt x="9042079" y="342466"/>
                  </a:lnTo>
                  <a:lnTo>
                    <a:pt x="103316" y="342466"/>
                  </a:lnTo>
                  <a:lnTo>
                    <a:pt x="0" y="381"/>
                  </a:lnTo>
                  <a:close/>
                </a:path>
              </a:pathLst>
            </a:custGeom>
            <a:solidFill>
              <a:srgbClr val="AAE6FF"/>
            </a:solidFill>
          </p:spPr>
          <p:txBody>
            <a:bodyPr wrap="square" lIns="0" tIns="0" rIns="0" bIns="0" rtlCol="0">
              <a:noAutofit/>
            </a:bodyPr>
            <a:lstStyle/>
            <a:p>
              <a:pPr lvl="0" defTabSz="914400" latinLnBrk="1"/>
              <a:endParaRPr kern="0" noProof="0" dirty="0">
                <a:solidFill>
                  <a:prstClr val="black"/>
                </a:solidFill>
                <a:latin typeface="KoPub돋움체 Bold" panose="02020603020101020101" pitchFamily="18" charset="-127"/>
              </a:endParaRPr>
            </a:p>
          </p:txBody>
        </p:sp>
      </p:grp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E7407817-8DCD-4E7E-B34F-CEBB49BF0C63}"/>
              </a:ext>
            </a:extLst>
          </p:cNvPr>
          <p:cNvSpPr/>
          <p:nvPr userDrawn="1"/>
        </p:nvSpPr>
        <p:spPr>
          <a:xfrm flipH="1">
            <a:off x="-99981" y="0"/>
            <a:ext cx="1536" cy="5212"/>
          </a:xfrm>
          <a:custGeom>
            <a:avLst/>
            <a:gdLst>
              <a:gd name="connsiteX0" fmla="*/ 1536 w 1536"/>
              <a:gd name="connsiteY0" fmla="*/ 0 h 5212"/>
              <a:gd name="connsiteX1" fmla="*/ 0 w 1536"/>
              <a:gd name="connsiteY1" fmla="*/ 0 h 5212"/>
              <a:gd name="connsiteX2" fmla="*/ 0 w 1536"/>
              <a:gd name="connsiteY2" fmla="*/ 5212 h 5212"/>
              <a:gd name="connsiteX3" fmla="*/ 1536 w 1536"/>
              <a:gd name="connsiteY3" fmla="*/ 0 h 5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6" h="5212">
                <a:moveTo>
                  <a:pt x="1536" y="0"/>
                </a:moveTo>
                <a:lnTo>
                  <a:pt x="0" y="0"/>
                </a:lnTo>
                <a:lnTo>
                  <a:pt x="0" y="5212"/>
                </a:lnTo>
                <a:lnTo>
                  <a:pt x="153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8D1453C-C127-40E9-93B8-43D632B02A50}"/>
              </a:ext>
            </a:extLst>
          </p:cNvPr>
          <p:cNvSpPr/>
          <p:nvPr userDrawn="1"/>
        </p:nvSpPr>
        <p:spPr>
          <a:xfrm>
            <a:off x="0" y="548481"/>
            <a:ext cx="538480" cy="151224"/>
          </a:xfrm>
          <a:prstGeom prst="rect">
            <a:avLst/>
          </a:prstGeom>
          <a:solidFill>
            <a:srgbClr val="64D2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06AD58-058B-4933-9DB3-E1D9BF0E77AA}"/>
              </a:ext>
            </a:extLst>
          </p:cNvPr>
          <p:cNvSpPr txBox="1"/>
          <p:nvPr userDrawn="1"/>
        </p:nvSpPr>
        <p:spPr>
          <a:xfrm>
            <a:off x="461704" y="269289"/>
            <a:ext cx="440826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1482CD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A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64D2FF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ction</a:t>
            </a:r>
            <a:endParaRPr kumimoji="0" lang="ko-KR" altLang="en-US" sz="1000" b="0" i="0" u="none" strike="noStrike" kern="1200" cap="none" spc="0" normalizeH="0" baseline="0" noProof="0" dirty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64D2FF"/>
              </a:solidFill>
              <a:effectLst/>
              <a:uLnTx/>
              <a:uFillTx/>
              <a:latin typeface="페이퍼로지 7 Bold" pitchFamily="2" charset="-127"/>
              <a:ea typeface="페이퍼로지 7 Bold" pitchFamily="2" charset="-127"/>
              <a:cs typeface="+mn-cs"/>
            </a:endParaRPr>
          </a:p>
        </p:txBody>
      </p:sp>
      <p:sp>
        <p:nvSpPr>
          <p:cNvPr id="15" name="평행 사변형 14">
            <a:extLst>
              <a:ext uri="{FF2B5EF4-FFF2-40B4-BE49-F238E27FC236}">
                <a16:creationId xmlns:a16="http://schemas.microsoft.com/office/drawing/2014/main" id="{ED3D1081-5CB5-48EF-8A56-7E0F14EA0397}"/>
              </a:ext>
            </a:extLst>
          </p:cNvPr>
          <p:cNvSpPr/>
          <p:nvPr userDrawn="1"/>
        </p:nvSpPr>
        <p:spPr>
          <a:xfrm>
            <a:off x="310110" y="854004"/>
            <a:ext cx="744013" cy="268328"/>
          </a:xfrm>
          <a:custGeom>
            <a:avLst/>
            <a:gdLst>
              <a:gd name="connsiteX0" fmla="*/ 0 w 1130746"/>
              <a:gd name="connsiteY0" fmla="*/ 208228 h 208228"/>
              <a:gd name="connsiteX1" fmla="*/ 116958 w 1130746"/>
              <a:gd name="connsiteY1" fmla="*/ 0 h 208228"/>
              <a:gd name="connsiteX2" fmla="*/ 1130746 w 1130746"/>
              <a:gd name="connsiteY2" fmla="*/ 0 h 208228"/>
              <a:gd name="connsiteX3" fmla="*/ 1013788 w 1130746"/>
              <a:gd name="connsiteY3" fmla="*/ 208228 h 208228"/>
              <a:gd name="connsiteX4" fmla="*/ 0 w 1130746"/>
              <a:gd name="connsiteY4" fmla="*/ 208228 h 208228"/>
              <a:gd name="connsiteX0" fmla="*/ 31632 w 1162378"/>
              <a:gd name="connsiteY0" fmla="*/ 208228 h 208228"/>
              <a:gd name="connsiteX1" fmla="*/ 0 w 1162378"/>
              <a:gd name="connsiteY1" fmla="*/ 3810 h 208228"/>
              <a:gd name="connsiteX2" fmla="*/ 1162378 w 1162378"/>
              <a:gd name="connsiteY2" fmla="*/ 0 h 208228"/>
              <a:gd name="connsiteX3" fmla="*/ 1045420 w 1162378"/>
              <a:gd name="connsiteY3" fmla="*/ 208228 h 208228"/>
              <a:gd name="connsiteX4" fmla="*/ 31632 w 1162378"/>
              <a:gd name="connsiteY4" fmla="*/ 208228 h 208228"/>
              <a:gd name="connsiteX0" fmla="*/ 0 w 1165036"/>
              <a:gd name="connsiteY0" fmla="*/ 215848 h 215848"/>
              <a:gd name="connsiteX1" fmla="*/ 2658 w 1165036"/>
              <a:gd name="connsiteY1" fmla="*/ 3810 h 215848"/>
              <a:gd name="connsiteX2" fmla="*/ 1165036 w 1165036"/>
              <a:gd name="connsiteY2" fmla="*/ 0 h 215848"/>
              <a:gd name="connsiteX3" fmla="*/ 1048078 w 1165036"/>
              <a:gd name="connsiteY3" fmla="*/ 208228 h 215848"/>
              <a:gd name="connsiteX4" fmla="*/ 0 w 1165036"/>
              <a:gd name="connsiteY4" fmla="*/ 215848 h 215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5036" h="215848">
                <a:moveTo>
                  <a:pt x="0" y="215848"/>
                </a:moveTo>
                <a:lnTo>
                  <a:pt x="2658" y="3810"/>
                </a:lnTo>
                <a:lnTo>
                  <a:pt x="1165036" y="0"/>
                </a:lnTo>
                <a:lnTo>
                  <a:pt x="1048078" y="208228"/>
                </a:lnTo>
                <a:lnTo>
                  <a:pt x="0" y="215848"/>
                </a:lnTo>
                <a:close/>
              </a:path>
            </a:pathLst>
          </a:cu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 w="9525">
                  <a:solidFill>
                    <a:srgbClr val="1E6EBE">
                      <a:alpha val="0"/>
                    </a:srgbClr>
                  </a:solidFill>
                </a:ln>
                <a:solidFill>
                  <a:srgbClr val="1E6EBE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실행 효과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7CBA119-32BF-0550-2EC5-A58A0B81E907}"/>
              </a:ext>
            </a:extLst>
          </p:cNvPr>
          <p:cNvSpPr/>
          <p:nvPr userDrawn="1"/>
        </p:nvSpPr>
        <p:spPr>
          <a:xfrm>
            <a:off x="1908608" y="166044"/>
            <a:ext cx="2281074" cy="16158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lvl="1" indent="-277806" defTabSz="893010">
              <a:spcAft>
                <a:spcPts val="195"/>
              </a:spcAft>
              <a:buClr>
                <a:sysClr val="windowText" lastClr="000000"/>
              </a:buClr>
              <a:tabLst>
                <a:tab pos="5491302" algn="l"/>
              </a:tabLst>
              <a:defRPr/>
            </a:pPr>
            <a:r>
              <a:rPr lang="ko-KR" altLang="en-US" sz="10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82828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Tahoma" pitchFamily="34" charset="0"/>
              </a:rPr>
              <a:t>사업 성공을 지원하는 감리원 </a:t>
            </a:r>
            <a:r>
              <a:rPr lang="en-US" altLang="ko-KR" sz="10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82828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Tahoma" pitchFamily="34" charset="0"/>
              </a:rPr>
              <a:t>· </a:t>
            </a:r>
            <a:r>
              <a:rPr lang="ko-KR" altLang="en-US" sz="10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82828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Tahoma" pitchFamily="34" charset="0"/>
              </a:rPr>
              <a:t>전문가 협업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EF15F-6061-C793-E030-608D7A6054AF}"/>
              </a:ext>
            </a:extLst>
          </p:cNvPr>
          <p:cNvSpPr txBox="1"/>
          <p:nvPr userDrawn="1"/>
        </p:nvSpPr>
        <p:spPr>
          <a:xfrm>
            <a:off x="1161984" y="149457"/>
            <a:ext cx="676341" cy="194756"/>
          </a:xfrm>
          <a:prstGeom prst="roundRect">
            <a:avLst>
              <a:gd name="adj" fmla="val 50000"/>
            </a:avLst>
          </a:prstGeom>
          <a:solidFill>
            <a:srgbClr val="1EB4F5"/>
          </a:solidFill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5503">
                      <a:prstClr val="white"/>
                    </a:gs>
                    <a:gs pos="61409">
                      <a:prstClr val="white"/>
                    </a:gs>
                  </a:gsLst>
                  <a:lin ang="5400000" scaled="0"/>
                </a:gra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전략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5503">
                      <a:prstClr val="white"/>
                    </a:gs>
                    <a:gs pos="61409">
                      <a:prstClr val="white"/>
                    </a:gs>
                  </a:gsLst>
                  <a:lin ang="5400000" scaled="0"/>
                </a:gra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_02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gradFill>
                <a:gsLst>
                  <a:gs pos="75503">
                    <a:prstClr val="white"/>
                  </a:gs>
                  <a:gs pos="61409">
                    <a:prstClr val="white"/>
                  </a:gs>
                </a:gsLst>
                <a:lin ang="5400000" scaled="0"/>
              </a:gra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20678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전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FCEC6AC1-738D-46C6-B6AD-6AD8AA70E160}"/>
              </a:ext>
            </a:extLst>
          </p:cNvPr>
          <p:cNvSpPr/>
          <p:nvPr userDrawn="1"/>
        </p:nvSpPr>
        <p:spPr>
          <a:xfrm>
            <a:off x="0" y="0"/>
            <a:ext cx="9906368" cy="1101863"/>
          </a:xfrm>
          <a:prstGeom prst="rect">
            <a:avLst/>
          </a:prstGeom>
          <a:solidFill>
            <a:srgbClr val="E6E6E6"/>
          </a:solidFill>
          <a:ln w="114300" cap="rnd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KoPub돋움체 Bold" panose="00000800000000000000" pitchFamily="2" charset="-127"/>
              <a:ea typeface="KoPub돋움체 Medium" panose="02020603020101020101" pitchFamily="18" charset="-127"/>
              <a:cs typeface="+mn-cs"/>
            </a:endParaRP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4D7F18A6-F77D-407E-BEF2-4722B675D785}"/>
              </a:ext>
            </a:extLst>
          </p:cNvPr>
          <p:cNvSpPr/>
          <p:nvPr userDrawn="1"/>
        </p:nvSpPr>
        <p:spPr>
          <a:xfrm flipH="1">
            <a:off x="0" y="5212"/>
            <a:ext cx="335757" cy="1139379"/>
          </a:xfrm>
          <a:custGeom>
            <a:avLst/>
            <a:gdLst>
              <a:gd name="connsiteX0" fmla="*/ 335757 w 335757"/>
              <a:gd name="connsiteY0" fmla="*/ 0 h 1139379"/>
              <a:gd name="connsiteX1" fmla="*/ 0 w 335757"/>
              <a:gd name="connsiteY1" fmla="*/ 1139379 h 1139379"/>
              <a:gd name="connsiteX2" fmla="*/ 335757 w 335757"/>
              <a:gd name="connsiteY2" fmla="*/ 1139379 h 1139379"/>
              <a:gd name="connsiteX3" fmla="*/ 335757 w 335757"/>
              <a:gd name="connsiteY3" fmla="*/ 0 h 113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5757" h="1139379">
                <a:moveTo>
                  <a:pt x="335757" y="0"/>
                </a:moveTo>
                <a:lnTo>
                  <a:pt x="0" y="1139379"/>
                </a:lnTo>
                <a:lnTo>
                  <a:pt x="335757" y="1139379"/>
                </a:lnTo>
                <a:lnTo>
                  <a:pt x="335757" y="0"/>
                </a:lnTo>
                <a:close/>
              </a:path>
            </a:pathLst>
          </a:custGeom>
          <a:solidFill>
            <a:srgbClr val="1482C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1CDA37C8-37BE-49A3-A0F3-7B26B0CA748A}"/>
              </a:ext>
            </a:extLst>
          </p:cNvPr>
          <p:cNvSpPr/>
          <p:nvPr userDrawn="1"/>
        </p:nvSpPr>
        <p:spPr>
          <a:xfrm flipH="1">
            <a:off x="8866956" y="0"/>
            <a:ext cx="800106" cy="1144591"/>
          </a:xfrm>
          <a:prstGeom prst="parallelogram">
            <a:avLst>
              <a:gd name="adj" fmla="val 42156"/>
            </a:avLst>
          </a:prstGeom>
          <a:solidFill>
            <a:srgbClr val="1482C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3" name="평행 사변형 12">
            <a:extLst>
              <a:ext uri="{FF2B5EF4-FFF2-40B4-BE49-F238E27FC236}">
                <a16:creationId xmlns:a16="http://schemas.microsoft.com/office/drawing/2014/main" id="{66141F92-4ABA-4F77-BF24-5880C1FB6EF3}"/>
              </a:ext>
            </a:extLst>
          </p:cNvPr>
          <p:cNvSpPr/>
          <p:nvPr userDrawn="1"/>
        </p:nvSpPr>
        <p:spPr>
          <a:xfrm>
            <a:off x="9089372" y="0"/>
            <a:ext cx="800106" cy="1144591"/>
          </a:xfrm>
          <a:prstGeom prst="parallelogram">
            <a:avLst>
              <a:gd name="adj" fmla="val 42156"/>
            </a:avLst>
          </a:prstGeom>
          <a:solidFill>
            <a:srgbClr val="64D2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1549A9B-44EE-4A89-A390-FACB26FC9A88}"/>
              </a:ext>
            </a:extLst>
          </p:cNvPr>
          <p:cNvGrpSpPr/>
          <p:nvPr userDrawn="1"/>
        </p:nvGrpSpPr>
        <p:grpSpPr>
          <a:xfrm>
            <a:off x="0" y="817997"/>
            <a:ext cx="9907846" cy="342466"/>
            <a:chOff x="0" y="1158253"/>
            <a:chExt cx="9907846" cy="342466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E414FE9-F8F2-4989-9ABB-43B2F9E2A39E}"/>
                </a:ext>
              </a:extLst>
            </p:cNvPr>
            <p:cNvSpPr/>
            <p:nvPr userDrawn="1"/>
          </p:nvSpPr>
          <p:spPr>
            <a:xfrm>
              <a:off x="0" y="1158253"/>
              <a:ext cx="1302327" cy="342466"/>
            </a:xfrm>
            <a:prstGeom prst="rect">
              <a:avLst/>
            </a:prstGeom>
            <a:solidFill>
              <a:srgbClr val="D2D2D2"/>
            </a:solidFill>
          </p:spPr>
          <p:txBody>
            <a:bodyPr wrap="square" lIns="0" tIns="0" rIns="0" bIns="0" rtlCol="0">
              <a:noAutofit/>
            </a:bodyPr>
            <a:lstStyle/>
            <a:p>
              <a:pPr lvl="0" defTabSz="914400" latinLnBrk="1"/>
              <a:endParaRPr kern="0" noProof="0" dirty="0">
                <a:solidFill>
                  <a:prstClr val="black"/>
                </a:solidFill>
                <a:latin typeface="KoPub돋움체 Bold" panose="02020603020101020101" pitchFamily="18" charset="-127"/>
              </a:endParaRP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62C9E920-564D-46E0-B212-ADD3A1C692B8}"/>
                </a:ext>
              </a:extLst>
            </p:cNvPr>
            <p:cNvSpPr/>
            <p:nvPr userDrawn="1"/>
          </p:nvSpPr>
          <p:spPr>
            <a:xfrm>
              <a:off x="1054099" y="1158253"/>
              <a:ext cx="8853747" cy="342466"/>
            </a:xfrm>
            <a:custGeom>
              <a:avLst/>
              <a:gdLst>
                <a:gd name="connsiteX0" fmla="*/ 0 w 9172109"/>
                <a:gd name="connsiteY0" fmla="*/ 0 h 342466"/>
                <a:gd name="connsiteX1" fmla="*/ 9172109 w 9172109"/>
                <a:gd name="connsiteY1" fmla="*/ 0 h 342466"/>
                <a:gd name="connsiteX2" fmla="*/ 9172109 w 9172109"/>
                <a:gd name="connsiteY2" fmla="*/ 342466 h 342466"/>
                <a:gd name="connsiteX3" fmla="*/ 233346 w 9172109"/>
                <a:gd name="connsiteY3" fmla="*/ 342466 h 342466"/>
                <a:gd name="connsiteX4" fmla="*/ 0 w 9172109"/>
                <a:gd name="connsiteY4" fmla="*/ 0 h 342466"/>
                <a:gd name="connsiteX0" fmla="*/ 0 w 9042079"/>
                <a:gd name="connsiteY0" fmla="*/ 0 h 351610"/>
                <a:gd name="connsiteX1" fmla="*/ 9042079 w 9042079"/>
                <a:gd name="connsiteY1" fmla="*/ 9144 h 351610"/>
                <a:gd name="connsiteX2" fmla="*/ 9042079 w 9042079"/>
                <a:gd name="connsiteY2" fmla="*/ 351610 h 351610"/>
                <a:gd name="connsiteX3" fmla="*/ 103316 w 9042079"/>
                <a:gd name="connsiteY3" fmla="*/ 351610 h 351610"/>
                <a:gd name="connsiteX4" fmla="*/ 0 w 9042079"/>
                <a:gd name="connsiteY4" fmla="*/ 0 h 351610"/>
                <a:gd name="connsiteX0" fmla="*/ 0 w 9046917"/>
                <a:gd name="connsiteY0" fmla="*/ 0 h 344466"/>
                <a:gd name="connsiteX1" fmla="*/ 9046917 w 9046917"/>
                <a:gd name="connsiteY1" fmla="*/ 2000 h 344466"/>
                <a:gd name="connsiteX2" fmla="*/ 9046917 w 9046917"/>
                <a:gd name="connsiteY2" fmla="*/ 344466 h 344466"/>
                <a:gd name="connsiteX3" fmla="*/ 108154 w 9046917"/>
                <a:gd name="connsiteY3" fmla="*/ 344466 h 344466"/>
                <a:gd name="connsiteX4" fmla="*/ 0 w 9046917"/>
                <a:gd name="connsiteY4" fmla="*/ 0 h 344466"/>
                <a:gd name="connsiteX0" fmla="*/ 0 w 9049335"/>
                <a:gd name="connsiteY0" fmla="*/ 0 h 344466"/>
                <a:gd name="connsiteX1" fmla="*/ 9049335 w 9049335"/>
                <a:gd name="connsiteY1" fmla="*/ 2000 h 344466"/>
                <a:gd name="connsiteX2" fmla="*/ 9049335 w 9049335"/>
                <a:gd name="connsiteY2" fmla="*/ 344466 h 344466"/>
                <a:gd name="connsiteX3" fmla="*/ 110572 w 9049335"/>
                <a:gd name="connsiteY3" fmla="*/ 344466 h 344466"/>
                <a:gd name="connsiteX4" fmla="*/ 0 w 9049335"/>
                <a:gd name="connsiteY4" fmla="*/ 0 h 344466"/>
                <a:gd name="connsiteX0" fmla="*/ 0 w 9042079"/>
                <a:gd name="connsiteY0" fmla="*/ 381 h 342466"/>
                <a:gd name="connsiteX1" fmla="*/ 9042079 w 9042079"/>
                <a:gd name="connsiteY1" fmla="*/ 0 h 342466"/>
                <a:gd name="connsiteX2" fmla="*/ 9042079 w 9042079"/>
                <a:gd name="connsiteY2" fmla="*/ 342466 h 342466"/>
                <a:gd name="connsiteX3" fmla="*/ 103316 w 9042079"/>
                <a:gd name="connsiteY3" fmla="*/ 342466 h 342466"/>
                <a:gd name="connsiteX4" fmla="*/ 0 w 9042079"/>
                <a:gd name="connsiteY4" fmla="*/ 381 h 342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42079" h="342466">
                  <a:moveTo>
                    <a:pt x="0" y="381"/>
                  </a:moveTo>
                  <a:lnTo>
                    <a:pt x="9042079" y="0"/>
                  </a:lnTo>
                  <a:lnTo>
                    <a:pt x="9042079" y="342466"/>
                  </a:lnTo>
                  <a:lnTo>
                    <a:pt x="103316" y="342466"/>
                  </a:lnTo>
                  <a:lnTo>
                    <a:pt x="0" y="381"/>
                  </a:lnTo>
                  <a:close/>
                </a:path>
              </a:pathLst>
            </a:custGeom>
            <a:solidFill>
              <a:srgbClr val="AAE6FF"/>
            </a:solidFill>
          </p:spPr>
          <p:txBody>
            <a:bodyPr wrap="square" lIns="0" tIns="0" rIns="0" bIns="0" rtlCol="0">
              <a:noAutofit/>
            </a:bodyPr>
            <a:lstStyle/>
            <a:p>
              <a:pPr lvl="0" defTabSz="914400" latinLnBrk="1"/>
              <a:endParaRPr kern="0" noProof="0" dirty="0">
                <a:solidFill>
                  <a:prstClr val="black"/>
                </a:solidFill>
                <a:latin typeface="KoPub돋움체 Bold" panose="02020603020101020101" pitchFamily="18" charset="-127"/>
              </a:endParaRPr>
            </a:p>
          </p:txBody>
        </p:sp>
      </p:grp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E7407817-8DCD-4E7E-B34F-CEBB49BF0C63}"/>
              </a:ext>
            </a:extLst>
          </p:cNvPr>
          <p:cNvSpPr/>
          <p:nvPr userDrawn="1"/>
        </p:nvSpPr>
        <p:spPr>
          <a:xfrm flipH="1">
            <a:off x="-99981" y="0"/>
            <a:ext cx="1536" cy="5212"/>
          </a:xfrm>
          <a:custGeom>
            <a:avLst/>
            <a:gdLst>
              <a:gd name="connsiteX0" fmla="*/ 1536 w 1536"/>
              <a:gd name="connsiteY0" fmla="*/ 0 h 5212"/>
              <a:gd name="connsiteX1" fmla="*/ 0 w 1536"/>
              <a:gd name="connsiteY1" fmla="*/ 0 h 5212"/>
              <a:gd name="connsiteX2" fmla="*/ 0 w 1536"/>
              <a:gd name="connsiteY2" fmla="*/ 5212 h 5212"/>
              <a:gd name="connsiteX3" fmla="*/ 1536 w 1536"/>
              <a:gd name="connsiteY3" fmla="*/ 0 h 5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6" h="5212">
                <a:moveTo>
                  <a:pt x="1536" y="0"/>
                </a:moveTo>
                <a:lnTo>
                  <a:pt x="0" y="0"/>
                </a:lnTo>
                <a:lnTo>
                  <a:pt x="0" y="5212"/>
                </a:lnTo>
                <a:lnTo>
                  <a:pt x="153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8D1453C-C127-40E9-93B8-43D632B02A50}"/>
              </a:ext>
            </a:extLst>
          </p:cNvPr>
          <p:cNvSpPr/>
          <p:nvPr userDrawn="1"/>
        </p:nvSpPr>
        <p:spPr>
          <a:xfrm>
            <a:off x="0" y="548481"/>
            <a:ext cx="538480" cy="151224"/>
          </a:xfrm>
          <a:prstGeom prst="rect">
            <a:avLst/>
          </a:prstGeom>
          <a:solidFill>
            <a:srgbClr val="64D2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06AD58-058B-4933-9DB3-E1D9BF0E77AA}"/>
              </a:ext>
            </a:extLst>
          </p:cNvPr>
          <p:cNvSpPr txBox="1"/>
          <p:nvPr userDrawn="1"/>
        </p:nvSpPr>
        <p:spPr>
          <a:xfrm>
            <a:off x="461704" y="269289"/>
            <a:ext cx="440826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1482CD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A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FF0000">
                      <a:alpha val="0"/>
                    </a:srgbClr>
                  </a:solidFill>
                </a:ln>
                <a:solidFill>
                  <a:srgbClr val="64D2FF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ction</a:t>
            </a:r>
            <a:endParaRPr kumimoji="0" lang="ko-KR" altLang="en-US" sz="1000" b="0" i="0" u="none" strike="noStrike" kern="1200" cap="none" spc="0" normalizeH="0" baseline="0" noProof="0" dirty="0">
              <a:ln>
                <a:solidFill>
                  <a:srgbClr val="FF0000">
                    <a:alpha val="0"/>
                  </a:srgbClr>
                </a:solidFill>
              </a:ln>
              <a:solidFill>
                <a:srgbClr val="64D2FF"/>
              </a:solidFill>
              <a:effectLst/>
              <a:uLnTx/>
              <a:uFillTx/>
              <a:latin typeface="페이퍼로지 7 Bold" pitchFamily="2" charset="-127"/>
              <a:ea typeface="페이퍼로지 7 Bold" pitchFamily="2" charset="-127"/>
              <a:cs typeface="+mn-cs"/>
            </a:endParaRPr>
          </a:p>
        </p:txBody>
      </p:sp>
      <p:sp>
        <p:nvSpPr>
          <p:cNvPr id="15" name="평행 사변형 14">
            <a:extLst>
              <a:ext uri="{FF2B5EF4-FFF2-40B4-BE49-F238E27FC236}">
                <a16:creationId xmlns:a16="http://schemas.microsoft.com/office/drawing/2014/main" id="{ED3D1081-5CB5-48EF-8A56-7E0F14EA0397}"/>
              </a:ext>
            </a:extLst>
          </p:cNvPr>
          <p:cNvSpPr/>
          <p:nvPr userDrawn="1"/>
        </p:nvSpPr>
        <p:spPr>
          <a:xfrm>
            <a:off x="310110" y="854004"/>
            <a:ext cx="744013" cy="268328"/>
          </a:xfrm>
          <a:custGeom>
            <a:avLst/>
            <a:gdLst>
              <a:gd name="connsiteX0" fmla="*/ 0 w 1130746"/>
              <a:gd name="connsiteY0" fmla="*/ 208228 h 208228"/>
              <a:gd name="connsiteX1" fmla="*/ 116958 w 1130746"/>
              <a:gd name="connsiteY1" fmla="*/ 0 h 208228"/>
              <a:gd name="connsiteX2" fmla="*/ 1130746 w 1130746"/>
              <a:gd name="connsiteY2" fmla="*/ 0 h 208228"/>
              <a:gd name="connsiteX3" fmla="*/ 1013788 w 1130746"/>
              <a:gd name="connsiteY3" fmla="*/ 208228 h 208228"/>
              <a:gd name="connsiteX4" fmla="*/ 0 w 1130746"/>
              <a:gd name="connsiteY4" fmla="*/ 208228 h 208228"/>
              <a:gd name="connsiteX0" fmla="*/ 31632 w 1162378"/>
              <a:gd name="connsiteY0" fmla="*/ 208228 h 208228"/>
              <a:gd name="connsiteX1" fmla="*/ 0 w 1162378"/>
              <a:gd name="connsiteY1" fmla="*/ 3810 h 208228"/>
              <a:gd name="connsiteX2" fmla="*/ 1162378 w 1162378"/>
              <a:gd name="connsiteY2" fmla="*/ 0 h 208228"/>
              <a:gd name="connsiteX3" fmla="*/ 1045420 w 1162378"/>
              <a:gd name="connsiteY3" fmla="*/ 208228 h 208228"/>
              <a:gd name="connsiteX4" fmla="*/ 31632 w 1162378"/>
              <a:gd name="connsiteY4" fmla="*/ 208228 h 208228"/>
              <a:gd name="connsiteX0" fmla="*/ 0 w 1165036"/>
              <a:gd name="connsiteY0" fmla="*/ 215848 h 215848"/>
              <a:gd name="connsiteX1" fmla="*/ 2658 w 1165036"/>
              <a:gd name="connsiteY1" fmla="*/ 3810 h 215848"/>
              <a:gd name="connsiteX2" fmla="*/ 1165036 w 1165036"/>
              <a:gd name="connsiteY2" fmla="*/ 0 h 215848"/>
              <a:gd name="connsiteX3" fmla="*/ 1048078 w 1165036"/>
              <a:gd name="connsiteY3" fmla="*/ 208228 h 215848"/>
              <a:gd name="connsiteX4" fmla="*/ 0 w 1165036"/>
              <a:gd name="connsiteY4" fmla="*/ 215848 h 215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5036" h="215848">
                <a:moveTo>
                  <a:pt x="0" y="215848"/>
                </a:moveTo>
                <a:lnTo>
                  <a:pt x="2658" y="3810"/>
                </a:lnTo>
                <a:lnTo>
                  <a:pt x="1165036" y="0"/>
                </a:lnTo>
                <a:lnTo>
                  <a:pt x="1048078" y="208228"/>
                </a:lnTo>
                <a:lnTo>
                  <a:pt x="0" y="215848"/>
                </a:lnTo>
                <a:close/>
              </a:path>
            </a:pathLst>
          </a:cu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 w="9525">
                  <a:solidFill>
                    <a:srgbClr val="1E6EBE">
                      <a:alpha val="0"/>
                    </a:srgbClr>
                  </a:solidFill>
                </a:ln>
                <a:solidFill>
                  <a:srgbClr val="1E6EBE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실행 효과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7CBA119-32BF-0550-2EC5-A58A0B81E907}"/>
              </a:ext>
            </a:extLst>
          </p:cNvPr>
          <p:cNvSpPr/>
          <p:nvPr userDrawn="1"/>
        </p:nvSpPr>
        <p:spPr>
          <a:xfrm>
            <a:off x="1908608" y="166044"/>
            <a:ext cx="2220160" cy="16158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lvl="1" indent="-277806" defTabSz="893010">
              <a:spcAft>
                <a:spcPts val="195"/>
              </a:spcAft>
              <a:buClr>
                <a:sysClr val="windowText" lastClr="000000"/>
              </a:buClr>
              <a:tabLst>
                <a:tab pos="5491302" algn="l"/>
              </a:tabLst>
              <a:defRPr/>
            </a:pPr>
            <a:r>
              <a:rPr lang="ko-KR" altLang="en-US" sz="10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82828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Tahoma" pitchFamily="34" charset="0"/>
              </a:rPr>
              <a:t>품질과 안정성 확보를 위한 필수 영역 점검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EF15F-6061-C793-E030-608D7A6054AF}"/>
              </a:ext>
            </a:extLst>
          </p:cNvPr>
          <p:cNvSpPr txBox="1"/>
          <p:nvPr userDrawn="1"/>
        </p:nvSpPr>
        <p:spPr>
          <a:xfrm>
            <a:off x="1161984" y="149457"/>
            <a:ext cx="676341" cy="194756"/>
          </a:xfrm>
          <a:prstGeom prst="roundRect">
            <a:avLst>
              <a:gd name="adj" fmla="val 50000"/>
            </a:avLst>
          </a:prstGeom>
          <a:solidFill>
            <a:srgbClr val="1EB4F5"/>
          </a:solidFill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5503">
                      <a:prstClr val="white"/>
                    </a:gs>
                    <a:gs pos="61409">
                      <a:prstClr val="white"/>
                    </a:gs>
                  </a:gsLst>
                  <a:lin ang="5400000" scaled="0"/>
                </a:gra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전략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5503">
                      <a:prstClr val="white"/>
                    </a:gs>
                    <a:gs pos="61409">
                      <a:prstClr val="white"/>
                    </a:gs>
                  </a:gsLst>
                  <a:lin ang="5400000" scaled="0"/>
                </a:gra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_03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gradFill>
                <a:gsLst>
                  <a:gs pos="75503">
                    <a:prstClr val="white"/>
                  </a:gs>
                  <a:gs pos="61409">
                    <a:prstClr val="white"/>
                  </a:gs>
                </a:gsLst>
                <a:lin ang="5400000" scaled="0"/>
              </a:gra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3916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전략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136D9B-5209-4416-94D7-A79BFD25F643}"/>
              </a:ext>
            </a:extLst>
          </p:cNvPr>
          <p:cNvSpPr/>
          <p:nvPr userDrawn="1"/>
        </p:nvSpPr>
        <p:spPr>
          <a:xfrm>
            <a:off x="-368" y="0"/>
            <a:ext cx="9906736" cy="1160463"/>
          </a:xfrm>
          <a:prstGeom prst="rect">
            <a:avLst/>
          </a:prstGeom>
          <a:solidFill>
            <a:schemeClr val="bg1"/>
          </a:solidFill>
          <a:ln w="114300" cap="rnd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1800" dirty="0">
              <a:solidFill>
                <a:schemeClr val="bg1"/>
              </a:solidFill>
              <a:latin typeface="KoPub돋움체 Bold" panose="00000800000000000000" pitchFamily="2" charset="-127"/>
              <a:ea typeface="KoPub돋움체 Medium" panose="02020603020101020101" pitchFamily="18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E001F1D-8E92-4BA0-82B1-DC1A2F4B0FAE}"/>
              </a:ext>
            </a:extLst>
          </p:cNvPr>
          <p:cNvSpPr/>
          <p:nvPr userDrawn="1"/>
        </p:nvSpPr>
        <p:spPr>
          <a:xfrm>
            <a:off x="-368" y="3855"/>
            <a:ext cx="9906368" cy="1094582"/>
          </a:xfrm>
          <a:prstGeom prst="rect">
            <a:avLst/>
          </a:prstGeom>
          <a:solidFill>
            <a:srgbClr val="E6E6E6"/>
          </a:solidFill>
          <a:ln w="114300" cap="rnd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KoPub돋움체 Bold" panose="00000800000000000000" pitchFamily="2" charset="-127"/>
              <a:ea typeface="KoPub돋움체 Medium" panose="02020603020101020101" pitchFamily="18" charset="-127"/>
              <a:cs typeface="+mn-cs"/>
            </a:endParaRPr>
          </a:p>
        </p:txBody>
      </p:sp>
      <p:sp>
        <p:nvSpPr>
          <p:cNvPr id="16" name="object 29">
            <a:extLst>
              <a:ext uri="{FF2B5EF4-FFF2-40B4-BE49-F238E27FC236}">
                <a16:creationId xmlns:a16="http://schemas.microsoft.com/office/drawing/2014/main" id="{FEC5C959-ECB3-457A-9ABF-CFF2B1E88A4B}"/>
              </a:ext>
            </a:extLst>
          </p:cNvPr>
          <p:cNvSpPr/>
          <p:nvPr userDrawn="1"/>
        </p:nvSpPr>
        <p:spPr>
          <a:xfrm>
            <a:off x="0" y="-3427"/>
            <a:ext cx="1332230" cy="1101863"/>
          </a:xfrm>
          <a:custGeom>
            <a:avLst/>
            <a:gdLst/>
            <a:ahLst/>
            <a:cxnLst/>
            <a:rect l="l" t="t" r="r" b="b"/>
            <a:pathLst>
              <a:path w="1332230" h="1038225">
                <a:moveTo>
                  <a:pt x="0" y="1037844"/>
                </a:moveTo>
                <a:lnTo>
                  <a:pt x="1331976" y="1037844"/>
                </a:lnTo>
                <a:lnTo>
                  <a:pt x="1331976" y="0"/>
                </a:lnTo>
                <a:lnTo>
                  <a:pt x="0" y="0"/>
                </a:lnTo>
                <a:lnTo>
                  <a:pt x="0" y="1037844"/>
                </a:lnTo>
                <a:close/>
              </a:path>
            </a:pathLst>
          </a:custGeom>
          <a:solidFill>
            <a:srgbClr val="113C6E"/>
          </a:solidFill>
        </p:spPr>
        <p:txBody>
          <a:bodyPr wrap="square" lIns="0" tIns="0" rIns="0" bIns="0" rtlCol="0"/>
          <a:lstStyle/>
          <a:p>
            <a:pPr lvl="0" defTabSz="914400" latinLnBrk="1"/>
            <a:endParaRPr kern="0" noProof="0" dirty="0">
              <a:solidFill>
                <a:prstClr val="black"/>
              </a:solidFill>
            </a:endParaRPr>
          </a:p>
        </p:txBody>
      </p:sp>
      <p:sp>
        <p:nvSpPr>
          <p:cNvPr id="17" name="object 30">
            <a:extLst>
              <a:ext uri="{FF2B5EF4-FFF2-40B4-BE49-F238E27FC236}">
                <a16:creationId xmlns:a16="http://schemas.microsoft.com/office/drawing/2014/main" id="{85538E65-5672-4B2A-BA66-5DBFFE6564E6}"/>
              </a:ext>
            </a:extLst>
          </p:cNvPr>
          <p:cNvSpPr/>
          <p:nvPr userDrawn="1"/>
        </p:nvSpPr>
        <p:spPr>
          <a:xfrm>
            <a:off x="678180" y="-3427"/>
            <a:ext cx="1268139" cy="1101863"/>
          </a:xfrm>
          <a:custGeom>
            <a:avLst/>
            <a:gdLst/>
            <a:ahLst/>
            <a:cxnLst/>
            <a:rect l="l" t="t" r="r" b="b"/>
            <a:pathLst>
              <a:path w="1297305" h="1038225">
                <a:moveTo>
                  <a:pt x="1296936" y="0"/>
                </a:moveTo>
                <a:lnTo>
                  <a:pt x="615111" y="0"/>
                </a:lnTo>
                <a:lnTo>
                  <a:pt x="0" y="1037844"/>
                </a:lnTo>
                <a:lnTo>
                  <a:pt x="681812" y="1037844"/>
                </a:lnTo>
                <a:lnTo>
                  <a:pt x="1296936" y="0"/>
                </a:lnTo>
                <a:close/>
              </a:path>
            </a:pathLst>
          </a:custGeom>
          <a:gradFill flip="none" rotWithShape="1">
            <a:gsLst>
              <a:gs pos="0">
                <a:srgbClr val="0A96DC"/>
              </a:gs>
              <a:gs pos="100000">
                <a:srgbClr val="1E6EBE"/>
              </a:gs>
              <a:gs pos="22000">
                <a:srgbClr val="1482CD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sz="1200" noProof="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A3BC292-B272-4690-8618-BDF39FD9CCAC}"/>
              </a:ext>
            </a:extLst>
          </p:cNvPr>
          <p:cNvGrpSpPr/>
          <p:nvPr userDrawn="1"/>
        </p:nvGrpSpPr>
        <p:grpSpPr>
          <a:xfrm>
            <a:off x="348345" y="246989"/>
            <a:ext cx="633755" cy="461856"/>
            <a:chOff x="348345" y="192986"/>
            <a:chExt cx="633755" cy="461856"/>
          </a:xfrm>
        </p:grpSpPr>
        <p:sp>
          <p:nvSpPr>
            <p:cNvPr id="19" name="TextBox 226">
              <a:extLst>
                <a:ext uri="{FF2B5EF4-FFF2-40B4-BE49-F238E27FC236}">
                  <a16:creationId xmlns:a16="http://schemas.microsoft.com/office/drawing/2014/main" id="{8C000A4B-4594-4D46-85C3-B6874F06B2C7}"/>
                </a:ext>
              </a:extLst>
            </p:cNvPr>
            <p:cNvSpPr txBox="1"/>
            <p:nvPr/>
          </p:nvSpPr>
          <p:spPr>
            <a:xfrm>
              <a:off x="348345" y="192986"/>
              <a:ext cx="633755" cy="226591"/>
            </a:xfrm>
            <a:prstGeom prst="rect">
              <a:avLst/>
            </a:prstGeom>
            <a:noFill/>
            <a:effectLst/>
          </p:spPr>
          <p:txBody>
            <a:bodyPr wrap="none"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ko-KR" sz="1000" b="1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gradFill>
                    <a:gsLst>
                      <a:gs pos="100000">
                        <a:srgbClr val="B0F7FE"/>
                      </a:gs>
                      <a:gs pos="100000">
                        <a:srgbClr val="00B0F0"/>
                      </a:gs>
                    </a:gsLst>
                    <a:lin ang="5400000" scaled="0"/>
                  </a:gradFill>
                  <a:latin typeface="페이퍼로지 5 Medium" pitchFamily="2" charset="-127"/>
                  <a:ea typeface="페이퍼로지 5 Medium" pitchFamily="2" charset="-127"/>
                </a:rPr>
                <a:t>Strategy</a:t>
              </a:r>
              <a:endParaRPr lang="ko-KR" altLang="en-US" sz="1000" b="1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B0F7FE"/>
                    </a:gs>
                    <a:gs pos="100000">
                      <a:srgbClr val="00B0F0"/>
                    </a:gs>
                  </a:gsLst>
                  <a:lin ang="5400000" scaled="0"/>
                </a:gradFill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20" name="TextBox 226">
              <a:extLst>
                <a:ext uri="{FF2B5EF4-FFF2-40B4-BE49-F238E27FC236}">
                  <a16:creationId xmlns:a16="http://schemas.microsoft.com/office/drawing/2014/main" id="{3897404B-317A-4192-8B7C-303D448A0AAC}"/>
                </a:ext>
              </a:extLst>
            </p:cNvPr>
            <p:cNvSpPr txBox="1"/>
            <p:nvPr/>
          </p:nvSpPr>
          <p:spPr>
            <a:xfrm>
              <a:off x="477780" y="366695"/>
              <a:ext cx="386892" cy="288147"/>
            </a:xfrm>
            <a:prstGeom prst="rect">
              <a:avLst/>
            </a:prstGeom>
            <a:noFill/>
            <a:effectLst/>
          </p:spPr>
          <p:txBody>
            <a:bodyPr wrap="none"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ko-KR" altLang="en-US" sz="1400" b="1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gradFill>
                    <a:gsLst>
                      <a:gs pos="100000">
                        <a:srgbClr val="B0F7FE"/>
                      </a:gs>
                      <a:gs pos="100000">
                        <a:srgbClr val="00B0F0"/>
                      </a:gs>
                    </a:gsLst>
                    <a:lin ang="5400000" scaled="0"/>
                  </a:gradFill>
                  <a:latin typeface="페이퍼로지 5 Medium" pitchFamily="2" charset="-127"/>
                  <a:ea typeface="페이퍼로지 5 Medium" pitchFamily="2" charset="-127"/>
                </a:rPr>
                <a:t>전략</a:t>
              </a:r>
            </a:p>
          </p:txBody>
        </p:sp>
      </p:grpSp>
      <p:sp>
        <p:nvSpPr>
          <p:cNvPr id="21" name="평행 사변형 20">
            <a:extLst>
              <a:ext uri="{FF2B5EF4-FFF2-40B4-BE49-F238E27FC236}">
                <a16:creationId xmlns:a16="http://schemas.microsoft.com/office/drawing/2014/main" id="{5790BCCF-AB01-443D-BD75-04F01D8E9678}"/>
              </a:ext>
            </a:extLst>
          </p:cNvPr>
          <p:cNvSpPr/>
          <p:nvPr userDrawn="1"/>
        </p:nvSpPr>
        <p:spPr>
          <a:xfrm>
            <a:off x="434907" y="798042"/>
            <a:ext cx="1130746" cy="208228"/>
          </a:xfrm>
          <a:prstGeom prst="parallelogram">
            <a:avLst>
              <a:gd name="adj" fmla="val 56168"/>
            </a:avLst>
          </a:prstGeom>
          <a:solidFill>
            <a:sysClr val="window" lastClr="FFFFFF"/>
          </a:solidFill>
          <a:ln w="19050" cap="flat" cmpd="sng" algn="ctr">
            <a:solidFill>
              <a:srgbClr val="1E6EBE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 w="9525">
                  <a:solidFill>
                    <a:srgbClr val="1E6EBE">
                      <a:alpha val="0"/>
                    </a:srgbClr>
                  </a:solidFill>
                </a:ln>
                <a:solidFill>
                  <a:srgbClr val="1E6EBE"/>
                </a:solidFill>
                <a:effectLst/>
                <a:uLnTx/>
                <a:uFillTx/>
                <a:latin typeface="페이퍼로지 7 Bold" pitchFamily="2" charset="-127"/>
                <a:ea typeface="페이퍼로지 7 Bold" pitchFamily="2" charset="-127"/>
                <a:cs typeface="+mn-cs"/>
              </a:rPr>
              <a:t>실행 효과</a:t>
            </a:r>
          </a:p>
        </p:txBody>
      </p:sp>
    </p:spTree>
    <p:extLst>
      <p:ext uri="{BB962C8B-B14F-4D97-AF65-F5344CB8AC3E}">
        <p14:creationId xmlns:p14="http://schemas.microsoft.com/office/powerpoint/2010/main" val="4071990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인트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오른쪽 화살표 23">
            <a:extLst>
              <a:ext uri="{FF2B5EF4-FFF2-40B4-BE49-F238E27FC236}">
                <a16:creationId xmlns:a16="http://schemas.microsoft.com/office/drawing/2014/main" id="{D1872CFC-511D-9321-7A57-DA20848971F3}"/>
              </a:ext>
            </a:extLst>
          </p:cNvPr>
          <p:cNvSpPr/>
          <p:nvPr userDrawn="1"/>
        </p:nvSpPr>
        <p:spPr>
          <a:xfrm rot="5400000" flipH="1">
            <a:off x="1529345" y="-1529348"/>
            <a:ext cx="6858001" cy="9916693"/>
          </a:xfrm>
          <a:prstGeom prst="rect">
            <a:avLst/>
          </a:prstGeom>
          <a:solidFill>
            <a:srgbClr val="D5E9F9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73454" tIns="0" rIns="73454" bIns="0" rtlCol="0" anchor="ctr"/>
          <a:lstStyle/>
          <a:p>
            <a:pPr marL="0" marR="0" lvl="0" indent="0" algn="l" defTabSz="10980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C5A"/>
              </a:buClr>
              <a:buSzPct val="80000"/>
              <a:buFont typeface="Arial" pitchFamily="34" charset="0"/>
              <a:buChar char="•"/>
              <a:tabLst>
                <a:tab pos="301318" algn="l"/>
              </a:tabLst>
              <a:defRPr/>
            </a:pPr>
            <a:endParaRPr kumimoji="0" lang="ko-KR" altLang="en-US" sz="1122" b="0" i="0" u="none" strike="noStrike" kern="1200" cap="none" spc="-51" normalizeH="0" baseline="0" noProof="0" dirty="0">
              <a:ln>
                <a:solidFill>
                  <a:srgbClr val="7F7F7F">
                    <a:alpha val="0"/>
                  </a:srgbClr>
                </a:solidFill>
              </a:ln>
              <a:solidFill>
                <a:srgbClr val="444C5A"/>
              </a:solidFill>
              <a:effectLst/>
              <a:uLnTx/>
              <a:uFillTx/>
              <a:latin typeface="KoPub돋움체 Medium" panose="02020603020101020101" pitchFamily="18" charset="-127"/>
              <a:ea typeface="KoPub돋움체 Medium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59213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조견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5AE47F37-DD3E-4ECE-C0D8-EBD1C0391E46}"/>
              </a:ext>
            </a:extLst>
          </p:cNvPr>
          <p:cNvSpPr/>
          <p:nvPr userDrawn="1"/>
        </p:nvSpPr>
        <p:spPr>
          <a:xfrm>
            <a:off x="8048350" y="0"/>
            <a:ext cx="1857651" cy="663636"/>
          </a:xfrm>
          <a:custGeom>
            <a:avLst/>
            <a:gdLst>
              <a:gd name="connsiteX0" fmla="*/ 702032 w 3161297"/>
              <a:gd name="connsiteY0" fmla="*/ 0 h 702032"/>
              <a:gd name="connsiteX1" fmla="*/ 3161297 w 3161297"/>
              <a:gd name="connsiteY1" fmla="*/ 0 h 702032"/>
              <a:gd name="connsiteX2" fmla="*/ 3161297 w 3161297"/>
              <a:gd name="connsiteY2" fmla="*/ 702032 h 702032"/>
              <a:gd name="connsiteX3" fmla="*/ 0 w 3161297"/>
              <a:gd name="connsiteY3" fmla="*/ 702032 h 702032"/>
              <a:gd name="connsiteX4" fmla="*/ 702032 w 3161297"/>
              <a:gd name="connsiteY4" fmla="*/ 0 h 702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61297" h="702032">
                <a:moveTo>
                  <a:pt x="702032" y="0"/>
                </a:moveTo>
                <a:lnTo>
                  <a:pt x="3161297" y="0"/>
                </a:lnTo>
                <a:lnTo>
                  <a:pt x="3161297" y="702032"/>
                </a:lnTo>
                <a:lnTo>
                  <a:pt x="0" y="702032"/>
                </a:lnTo>
                <a:lnTo>
                  <a:pt x="702032" y="0"/>
                </a:lnTo>
                <a:close/>
              </a:path>
            </a:pathLst>
          </a:custGeom>
          <a:solidFill>
            <a:srgbClr val="113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00" b="1" spc="-41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F30A45-61FD-E335-FD09-882F930A7B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26" y="1165850"/>
            <a:ext cx="9022558" cy="159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EA7B27B-A2ED-9F7E-8D9A-B336DC861338}"/>
              </a:ext>
            </a:extLst>
          </p:cNvPr>
          <p:cNvSpPr/>
          <p:nvPr userDrawn="1"/>
        </p:nvSpPr>
        <p:spPr>
          <a:xfrm>
            <a:off x="-1" y="650435"/>
            <a:ext cx="9906002" cy="516667"/>
          </a:xfrm>
          <a:prstGeom prst="rect">
            <a:avLst/>
          </a:prstGeom>
          <a:solidFill>
            <a:srgbClr val="113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00" b="1" spc="-4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E4F6D9B-B95D-0E50-8A2A-77623B144C03}"/>
              </a:ext>
            </a:extLst>
          </p:cNvPr>
          <p:cNvGrpSpPr/>
          <p:nvPr userDrawn="1"/>
        </p:nvGrpSpPr>
        <p:grpSpPr>
          <a:xfrm>
            <a:off x="1" y="650433"/>
            <a:ext cx="4686137" cy="517492"/>
            <a:chOff x="0" y="5963413"/>
            <a:chExt cx="3464183" cy="799322"/>
          </a:xfrm>
        </p:grpSpPr>
        <p:sp>
          <p:nvSpPr>
            <p:cNvPr id="6" name="자유형 117">
              <a:extLst>
                <a:ext uri="{FF2B5EF4-FFF2-40B4-BE49-F238E27FC236}">
                  <a16:creationId xmlns:a16="http://schemas.microsoft.com/office/drawing/2014/main" id="{A7F061DF-84F6-C322-DD16-EF9A75240A64}"/>
                </a:ext>
              </a:extLst>
            </p:cNvPr>
            <p:cNvSpPr/>
            <p:nvPr/>
          </p:nvSpPr>
          <p:spPr>
            <a:xfrm flipV="1">
              <a:off x="0" y="5963413"/>
              <a:ext cx="3464183" cy="799322"/>
            </a:xfrm>
            <a:custGeom>
              <a:avLst/>
              <a:gdLst>
                <a:gd name="connsiteX0" fmla="*/ 0 w 1415139"/>
                <a:gd name="connsiteY0" fmla="*/ 799322 h 799322"/>
                <a:gd name="connsiteX1" fmla="*/ 1054085 w 1415139"/>
                <a:gd name="connsiteY1" fmla="*/ 799322 h 799322"/>
                <a:gd name="connsiteX2" fmla="*/ 1415139 w 1415139"/>
                <a:gd name="connsiteY2" fmla="*/ 0 h 799322"/>
                <a:gd name="connsiteX3" fmla="*/ 0 w 1415139"/>
                <a:gd name="connsiteY3" fmla="*/ 0 h 799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5139" h="799322">
                  <a:moveTo>
                    <a:pt x="0" y="799322"/>
                  </a:moveTo>
                  <a:lnTo>
                    <a:pt x="1054085" y="799322"/>
                  </a:lnTo>
                  <a:lnTo>
                    <a:pt x="1415139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1482CD">
                    <a:alpha val="20000"/>
                  </a:srgbClr>
                </a:gs>
                <a:gs pos="100000">
                  <a:srgbClr val="135091">
                    <a:alpha val="20000"/>
                  </a:srgb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00" b="1" spc="-4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7" name="자유형 118">
              <a:extLst>
                <a:ext uri="{FF2B5EF4-FFF2-40B4-BE49-F238E27FC236}">
                  <a16:creationId xmlns:a16="http://schemas.microsoft.com/office/drawing/2014/main" id="{4C78731C-13AA-2EDE-4FD7-D72E3F225D45}"/>
                </a:ext>
              </a:extLst>
            </p:cNvPr>
            <p:cNvSpPr/>
            <p:nvPr/>
          </p:nvSpPr>
          <p:spPr>
            <a:xfrm rot="10800000" flipH="1">
              <a:off x="0" y="5963415"/>
              <a:ext cx="1093830" cy="408566"/>
            </a:xfrm>
            <a:custGeom>
              <a:avLst/>
              <a:gdLst>
                <a:gd name="connsiteX0" fmla="*/ 0 w 1093830"/>
                <a:gd name="connsiteY0" fmla="*/ 192698 h 192698"/>
                <a:gd name="connsiteX1" fmla="*/ 1093830 w 1093830"/>
                <a:gd name="connsiteY1" fmla="*/ 192698 h 192698"/>
                <a:gd name="connsiteX2" fmla="*/ 0 w 1093830"/>
                <a:gd name="connsiteY2" fmla="*/ 0 h 19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3830" h="192698">
                  <a:moveTo>
                    <a:pt x="0" y="192698"/>
                  </a:moveTo>
                  <a:lnTo>
                    <a:pt x="1093830" y="1926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3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653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7B42DB48-6D23-ED9C-5BFC-AFDA313BA66A}"/>
              </a:ext>
            </a:extLst>
          </p:cNvPr>
          <p:cNvSpPr/>
          <p:nvPr userDrawn="1"/>
        </p:nvSpPr>
        <p:spPr>
          <a:xfrm>
            <a:off x="735149" y="678868"/>
            <a:ext cx="1249060" cy="461665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ko-KR" altLang="en-US" sz="2400" b="1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조 견 표</a:t>
            </a:r>
            <a:endParaRPr lang="ko-KR" altLang="en-US" sz="2800" dirty="0">
              <a:ln w="38100">
                <a:solidFill>
                  <a:prstClr val="white">
                    <a:alpha val="0"/>
                  </a:prstClr>
                </a:solidFill>
              </a:ln>
              <a:gradFill>
                <a:gsLst>
                  <a:gs pos="100000">
                    <a:srgbClr val="FDBF23"/>
                  </a:gs>
                  <a:gs pos="29000">
                    <a:srgbClr val="FF9021"/>
                  </a:gs>
                </a:gsLst>
                <a:lin ang="0" scaled="0"/>
              </a:gra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AFBBDEF-F8E6-C650-5731-9AFB47308D17}"/>
              </a:ext>
            </a:extLst>
          </p:cNvPr>
          <p:cNvGrpSpPr/>
          <p:nvPr userDrawn="1"/>
        </p:nvGrpSpPr>
        <p:grpSpPr>
          <a:xfrm>
            <a:off x="2" y="395898"/>
            <a:ext cx="823616" cy="404470"/>
            <a:chOff x="1" y="6162683"/>
            <a:chExt cx="999384" cy="481005"/>
          </a:xfrm>
        </p:grpSpPr>
        <p:sp>
          <p:nvSpPr>
            <p:cNvPr id="10" name="직각 삼각형 11">
              <a:extLst>
                <a:ext uri="{FF2B5EF4-FFF2-40B4-BE49-F238E27FC236}">
                  <a16:creationId xmlns:a16="http://schemas.microsoft.com/office/drawing/2014/main" id="{6E9A2E79-9633-744B-183E-DBCC140F05D9}"/>
                </a:ext>
              </a:extLst>
            </p:cNvPr>
            <p:cNvSpPr/>
            <p:nvPr/>
          </p:nvSpPr>
          <p:spPr>
            <a:xfrm rot="16200000">
              <a:off x="936042" y="6406609"/>
              <a:ext cx="69342" cy="57345"/>
            </a:xfrm>
            <a:custGeom>
              <a:avLst/>
              <a:gdLst>
                <a:gd name="connsiteX0" fmla="*/ 0 w 89837"/>
                <a:gd name="connsiteY0" fmla="*/ 45719 h 45719"/>
                <a:gd name="connsiteX1" fmla="*/ 0 w 89837"/>
                <a:gd name="connsiteY1" fmla="*/ 0 h 45719"/>
                <a:gd name="connsiteX2" fmla="*/ 89837 w 89837"/>
                <a:gd name="connsiteY2" fmla="*/ 45719 h 45719"/>
                <a:gd name="connsiteX3" fmla="*/ 0 w 89837"/>
                <a:gd name="connsiteY3" fmla="*/ 45719 h 45719"/>
                <a:gd name="connsiteX0" fmla="*/ 0 w 89837"/>
                <a:gd name="connsiteY0" fmla="*/ 74294 h 74294"/>
                <a:gd name="connsiteX1" fmla="*/ 0 w 89837"/>
                <a:gd name="connsiteY1" fmla="*/ 0 h 74294"/>
                <a:gd name="connsiteX2" fmla="*/ 89837 w 89837"/>
                <a:gd name="connsiteY2" fmla="*/ 45719 h 74294"/>
                <a:gd name="connsiteX3" fmla="*/ 0 w 89837"/>
                <a:gd name="connsiteY3" fmla="*/ 74294 h 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837" h="74294">
                  <a:moveTo>
                    <a:pt x="0" y="74294"/>
                  </a:moveTo>
                  <a:lnTo>
                    <a:pt x="0" y="0"/>
                  </a:lnTo>
                  <a:lnTo>
                    <a:pt x="89837" y="45719"/>
                  </a:lnTo>
                  <a:lnTo>
                    <a:pt x="0" y="7429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53"/>
            </a:p>
          </p:txBody>
        </p:sp>
        <p:grpSp>
          <p:nvGrpSpPr>
            <p:cNvPr id="11" name="Group 986">
              <a:extLst>
                <a:ext uri="{FF2B5EF4-FFF2-40B4-BE49-F238E27FC236}">
                  <a16:creationId xmlns:a16="http://schemas.microsoft.com/office/drawing/2014/main" id="{93677E71-2B7E-E7D1-8C81-212BEDB6CA1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19203" y="6209276"/>
              <a:ext cx="359918" cy="362370"/>
              <a:chOff x="3075" y="2193"/>
              <a:chExt cx="587" cy="591"/>
            </a:xfrm>
            <a:solidFill>
              <a:srgbClr val="2A6EA7">
                <a:alpha val="19000"/>
              </a:srgbClr>
            </a:solidFill>
          </p:grpSpPr>
          <p:sp>
            <p:nvSpPr>
              <p:cNvPr id="16" name="Freeform 987">
                <a:extLst>
                  <a:ext uri="{FF2B5EF4-FFF2-40B4-BE49-F238E27FC236}">
                    <a16:creationId xmlns:a16="http://schemas.microsoft.com/office/drawing/2014/main" id="{D1E141E9-5483-E906-E608-C4C950B708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5" y="2193"/>
                <a:ext cx="587" cy="591"/>
              </a:xfrm>
              <a:custGeom>
                <a:avLst/>
                <a:gdLst>
                  <a:gd name="T0" fmla="*/ 197 w 218"/>
                  <a:gd name="T1" fmla="*/ 64 h 219"/>
                  <a:gd name="T2" fmla="*/ 189 w 218"/>
                  <a:gd name="T3" fmla="*/ 69 h 219"/>
                  <a:gd name="T4" fmla="*/ 198 w 218"/>
                  <a:gd name="T5" fmla="*/ 109 h 219"/>
                  <a:gd name="T6" fmla="*/ 109 w 218"/>
                  <a:gd name="T7" fmla="*/ 199 h 219"/>
                  <a:gd name="T8" fmla="*/ 19 w 218"/>
                  <a:gd name="T9" fmla="*/ 109 h 219"/>
                  <a:gd name="T10" fmla="*/ 109 w 218"/>
                  <a:gd name="T11" fmla="*/ 20 h 219"/>
                  <a:gd name="T12" fmla="*/ 169 w 218"/>
                  <a:gd name="T13" fmla="*/ 43 h 219"/>
                  <a:gd name="T14" fmla="*/ 176 w 218"/>
                  <a:gd name="T15" fmla="*/ 37 h 219"/>
                  <a:gd name="T16" fmla="*/ 184 w 218"/>
                  <a:gd name="T17" fmla="*/ 30 h 219"/>
                  <a:gd name="T18" fmla="*/ 109 w 218"/>
                  <a:gd name="T19" fmla="*/ 0 h 219"/>
                  <a:gd name="T20" fmla="*/ 0 w 218"/>
                  <a:gd name="T21" fmla="*/ 109 h 219"/>
                  <a:gd name="T22" fmla="*/ 109 w 218"/>
                  <a:gd name="T23" fmla="*/ 219 h 219"/>
                  <a:gd name="T24" fmla="*/ 218 w 218"/>
                  <a:gd name="T25" fmla="*/ 109 h 219"/>
                  <a:gd name="T26" fmla="*/ 206 w 218"/>
                  <a:gd name="T27" fmla="*/ 59 h 219"/>
                  <a:gd name="T28" fmla="*/ 197 w 218"/>
                  <a:gd name="T29" fmla="*/ 64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18" h="219">
                    <a:moveTo>
                      <a:pt x="197" y="64"/>
                    </a:moveTo>
                    <a:cubicBezTo>
                      <a:pt x="189" y="69"/>
                      <a:pt x="189" y="69"/>
                      <a:pt x="189" y="69"/>
                    </a:cubicBezTo>
                    <a:cubicBezTo>
                      <a:pt x="195" y="81"/>
                      <a:pt x="198" y="95"/>
                      <a:pt x="198" y="109"/>
                    </a:cubicBezTo>
                    <a:cubicBezTo>
                      <a:pt x="198" y="159"/>
                      <a:pt x="158" y="199"/>
                      <a:pt x="109" y="199"/>
                    </a:cubicBezTo>
                    <a:cubicBezTo>
                      <a:pt x="59" y="199"/>
                      <a:pt x="19" y="159"/>
                      <a:pt x="19" y="109"/>
                    </a:cubicBezTo>
                    <a:cubicBezTo>
                      <a:pt x="19" y="60"/>
                      <a:pt x="59" y="20"/>
                      <a:pt x="109" y="20"/>
                    </a:cubicBezTo>
                    <a:cubicBezTo>
                      <a:pt x="132" y="20"/>
                      <a:pt x="153" y="29"/>
                      <a:pt x="169" y="43"/>
                    </a:cubicBezTo>
                    <a:cubicBezTo>
                      <a:pt x="176" y="37"/>
                      <a:pt x="176" y="37"/>
                      <a:pt x="176" y="37"/>
                    </a:cubicBezTo>
                    <a:cubicBezTo>
                      <a:pt x="184" y="30"/>
                      <a:pt x="184" y="30"/>
                      <a:pt x="184" y="30"/>
                    </a:cubicBezTo>
                    <a:cubicBezTo>
                      <a:pt x="164" y="11"/>
                      <a:pt x="138" y="0"/>
                      <a:pt x="109" y="0"/>
                    </a:cubicBezTo>
                    <a:cubicBezTo>
                      <a:pt x="49" y="0"/>
                      <a:pt x="0" y="49"/>
                      <a:pt x="0" y="109"/>
                    </a:cubicBezTo>
                    <a:cubicBezTo>
                      <a:pt x="0" y="170"/>
                      <a:pt x="49" y="219"/>
                      <a:pt x="109" y="219"/>
                    </a:cubicBezTo>
                    <a:cubicBezTo>
                      <a:pt x="169" y="219"/>
                      <a:pt x="218" y="170"/>
                      <a:pt x="218" y="109"/>
                    </a:cubicBezTo>
                    <a:cubicBezTo>
                      <a:pt x="218" y="91"/>
                      <a:pt x="214" y="74"/>
                      <a:pt x="206" y="59"/>
                    </a:cubicBezTo>
                    <a:lnTo>
                      <a:pt x="197" y="64"/>
                    </a:lnTo>
                    <a:close/>
                  </a:path>
                </a:pathLst>
              </a:custGeom>
              <a:solidFill>
                <a:srgbClr val="8FD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53"/>
              </a:p>
            </p:txBody>
          </p:sp>
          <p:sp>
            <p:nvSpPr>
              <p:cNvPr id="17" name="Freeform 988">
                <a:extLst>
                  <a:ext uri="{FF2B5EF4-FFF2-40B4-BE49-F238E27FC236}">
                    <a16:creationId xmlns:a16="http://schemas.microsoft.com/office/drawing/2014/main" id="{2E62CE01-6035-7B9B-68CC-F7214DFCF2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0" y="2298"/>
                <a:ext cx="377" cy="380"/>
              </a:xfrm>
              <a:custGeom>
                <a:avLst/>
                <a:gdLst>
                  <a:gd name="T0" fmla="*/ 109 w 140"/>
                  <a:gd name="T1" fmla="*/ 24 h 141"/>
                  <a:gd name="T2" fmla="*/ 116 w 140"/>
                  <a:gd name="T3" fmla="*/ 18 h 141"/>
                  <a:gd name="T4" fmla="*/ 70 w 140"/>
                  <a:gd name="T5" fmla="*/ 0 h 141"/>
                  <a:gd name="T6" fmla="*/ 0 w 140"/>
                  <a:gd name="T7" fmla="*/ 70 h 141"/>
                  <a:gd name="T8" fmla="*/ 70 w 140"/>
                  <a:gd name="T9" fmla="*/ 141 h 141"/>
                  <a:gd name="T10" fmla="*/ 140 w 140"/>
                  <a:gd name="T11" fmla="*/ 70 h 141"/>
                  <a:gd name="T12" fmla="*/ 133 w 140"/>
                  <a:gd name="T13" fmla="*/ 40 h 141"/>
                  <a:gd name="T14" fmla="*/ 125 w 140"/>
                  <a:gd name="T15" fmla="*/ 45 h 141"/>
                  <a:gd name="T16" fmla="*/ 116 w 140"/>
                  <a:gd name="T17" fmla="*/ 51 h 141"/>
                  <a:gd name="T18" fmla="*/ 120 w 140"/>
                  <a:gd name="T19" fmla="*/ 70 h 141"/>
                  <a:gd name="T20" fmla="*/ 70 w 140"/>
                  <a:gd name="T21" fmla="*/ 121 h 141"/>
                  <a:gd name="T22" fmla="*/ 19 w 140"/>
                  <a:gd name="T23" fmla="*/ 70 h 141"/>
                  <a:gd name="T24" fmla="*/ 70 w 140"/>
                  <a:gd name="T25" fmla="*/ 20 h 141"/>
                  <a:gd name="T26" fmla="*/ 102 w 140"/>
                  <a:gd name="T27" fmla="*/ 31 h 141"/>
                  <a:gd name="T28" fmla="*/ 109 w 140"/>
                  <a:gd name="T29" fmla="*/ 24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0" h="141">
                    <a:moveTo>
                      <a:pt x="109" y="24"/>
                    </a:moveTo>
                    <a:cubicBezTo>
                      <a:pt x="116" y="18"/>
                      <a:pt x="116" y="18"/>
                      <a:pt x="116" y="18"/>
                    </a:cubicBezTo>
                    <a:cubicBezTo>
                      <a:pt x="104" y="7"/>
                      <a:pt x="88" y="0"/>
                      <a:pt x="70" y="0"/>
                    </a:cubicBezTo>
                    <a:cubicBezTo>
                      <a:pt x="31" y="0"/>
                      <a:pt x="0" y="32"/>
                      <a:pt x="0" y="70"/>
                    </a:cubicBezTo>
                    <a:cubicBezTo>
                      <a:pt x="0" y="109"/>
                      <a:pt x="31" y="141"/>
                      <a:pt x="70" y="141"/>
                    </a:cubicBezTo>
                    <a:cubicBezTo>
                      <a:pt x="109" y="141"/>
                      <a:pt x="140" y="109"/>
                      <a:pt x="140" y="70"/>
                    </a:cubicBezTo>
                    <a:cubicBezTo>
                      <a:pt x="140" y="60"/>
                      <a:pt x="138" y="49"/>
                      <a:pt x="133" y="40"/>
                    </a:cubicBezTo>
                    <a:cubicBezTo>
                      <a:pt x="125" y="45"/>
                      <a:pt x="125" y="45"/>
                      <a:pt x="125" y="45"/>
                    </a:cubicBezTo>
                    <a:cubicBezTo>
                      <a:pt x="116" y="51"/>
                      <a:pt x="116" y="51"/>
                      <a:pt x="116" y="51"/>
                    </a:cubicBezTo>
                    <a:cubicBezTo>
                      <a:pt x="119" y="57"/>
                      <a:pt x="120" y="63"/>
                      <a:pt x="120" y="70"/>
                    </a:cubicBezTo>
                    <a:cubicBezTo>
                      <a:pt x="120" y="98"/>
                      <a:pt x="98" y="121"/>
                      <a:pt x="70" y="121"/>
                    </a:cubicBezTo>
                    <a:cubicBezTo>
                      <a:pt x="42" y="121"/>
                      <a:pt x="19" y="98"/>
                      <a:pt x="19" y="70"/>
                    </a:cubicBezTo>
                    <a:cubicBezTo>
                      <a:pt x="19" y="43"/>
                      <a:pt x="42" y="20"/>
                      <a:pt x="70" y="20"/>
                    </a:cubicBezTo>
                    <a:cubicBezTo>
                      <a:pt x="82" y="20"/>
                      <a:pt x="93" y="24"/>
                      <a:pt x="102" y="31"/>
                    </a:cubicBezTo>
                    <a:lnTo>
                      <a:pt x="109" y="24"/>
                    </a:lnTo>
                    <a:close/>
                  </a:path>
                </a:pathLst>
              </a:custGeom>
              <a:solidFill>
                <a:srgbClr val="8FD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53"/>
              </a:p>
            </p:txBody>
          </p:sp>
        </p:grpSp>
        <p:sp>
          <p:nvSpPr>
            <p:cNvPr id="12" name="자유형 105">
              <a:extLst>
                <a:ext uri="{FF2B5EF4-FFF2-40B4-BE49-F238E27FC236}">
                  <a16:creationId xmlns:a16="http://schemas.microsoft.com/office/drawing/2014/main" id="{732412B5-3199-8C8A-1C92-2034DC29A4AA}"/>
                </a:ext>
              </a:extLst>
            </p:cNvPr>
            <p:cNvSpPr/>
            <p:nvPr/>
          </p:nvSpPr>
          <p:spPr>
            <a:xfrm>
              <a:off x="1" y="6401029"/>
              <a:ext cx="978024" cy="242659"/>
            </a:xfrm>
            <a:custGeom>
              <a:avLst/>
              <a:gdLst>
                <a:gd name="connsiteX0" fmla="*/ 0 w 2016052"/>
                <a:gd name="connsiteY0" fmla="*/ 0 h 368979"/>
                <a:gd name="connsiteX1" fmla="*/ 2016052 w 2016052"/>
                <a:gd name="connsiteY1" fmla="*/ 0 h 368979"/>
                <a:gd name="connsiteX2" fmla="*/ 1849384 w 2016052"/>
                <a:gd name="connsiteY2" fmla="*/ 368979 h 368979"/>
                <a:gd name="connsiteX3" fmla="*/ 0 w 2016052"/>
                <a:gd name="connsiteY3" fmla="*/ 368979 h 368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16052" h="368979">
                  <a:moveTo>
                    <a:pt x="0" y="0"/>
                  </a:moveTo>
                  <a:lnTo>
                    <a:pt x="2016052" y="0"/>
                  </a:lnTo>
                  <a:lnTo>
                    <a:pt x="1849384" y="368979"/>
                  </a:lnTo>
                  <a:lnTo>
                    <a:pt x="0" y="368979"/>
                  </a:lnTo>
                  <a:close/>
                </a:path>
              </a:pathLst>
            </a:custGeom>
            <a:gradFill>
              <a:gsLst>
                <a:gs pos="50000">
                  <a:srgbClr val="125BA3"/>
                </a:gs>
                <a:gs pos="49000">
                  <a:srgbClr val="214891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7200" bIns="0" rtlCol="0" anchor="ctr"/>
            <a:lstStyle/>
            <a:p>
              <a:pPr algn="ctr"/>
              <a:endParaRPr lang="ko-KR" altLang="en-US" sz="1069" b="1" spc="-58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85223BD-282B-2342-2A0F-55240C213019}"/>
                </a:ext>
              </a:extLst>
            </p:cNvPr>
            <p:cNvGrpSpPr/>
            <p:nvPr/>
          </p:nvGrpSpPr>
          <p:grpSpPr>
            <a:xfrm>
              <a:off x="454707" y="6162683"/>
              <a:ext cx="310867" cy="271621"/>
              <a:chOff x="896568" y="1933857"/>
              <a:chExt cx="215857" cy="188606"/>
            </a:xfrm>
            <a:solidFill>
              <a:srgbClr val="2A6EA7"/>
            </a:solidFill>
          </p:grpSpPr>
          <p:sp>
            <p:nvSpPr>
              <p:cNvPr id="14" name="Freeform 989">
                <a:extLst>
                  <a:ext uri="{FF2B5EF4-FFF2-40B4-BE49-F238E27FC236}">
                    <a16:creationId xmlns:a16="http://schemas.microsoft.com/office/drawing/2014/main" id="{8339172F-0F88-B67B-EB83-6C1238F5B3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7648" y="1933857"/>
                <a:ext cx="184777" cy="158806"/>
              </a:xfrm>
              <a:custGeom>
                <a:avLst/>
                <a:gdLst>
                  <a:gd name="T0" fmla="*/ 136 w 161"/>
                  <a:gd name="T1" fmla="*/ 49 h 138"/>
                  <a:gd name="T2" fmla="*/ 136 w 161"/>
                  <a:gd name="T3" fmla="*/ 48 h 138"/>
                  <a:gd name="T4" fmla="*/ 124 w 161"/>
                  <a:gd name="T5" fmla="*/ 33 h 138"/>
                  <a:gd name="T6" fmla="*/ 123 w 161"/>
                  <a:gd name="T7" fmla="*/ 31 h 138"/>
                  <a:gd name="T8" fmla="*/ 119 w 161"/>
                  <a:gd name="T9" fmla="*/ 0 h 138"/>
                  <a:gd name="T10" fmla="*/ 99 w 161"/>
                  <a:gd name="T11" fmla="*/ 15 h 138"/>
                  <a:gd name="T12" fmla="*/ 80 w 161"/>
                  <a:gd name="T13" fmla="*/ 59 h 138"/>
                  <a:gd name="T14" fmla="*/ 79 w 161"/>
                  <a:gd name="T15" fmla="*/ 61 h 138"/>
                  <a:gd name="T16" fmla="*/ 78 w 161"/>
                  <a:gd name="T17" fmla="*/ 61 h 138"/>
                  <a:gd name="T18" fmla="*/ 71 w 161"/>
                  <a:gd name="T19" fmla="*/ 68 h 138"/>
                  <a:gd name="T20" fmla="*/ 64 w 161"/>
                  <a:gd name="T21" fmla="*/ 75 h 138"/>
                  <a:gd name="T22" fmla="*/ 50 w 161"/>
                  <a:gd name="T23" fmla="*/ 88 h 138"/>
                  <a:gd name="T24" fmla="*/ 42 w 161"/>
                  <a:gd name="T25" fmla="*/ 95 h 138"/>
                  <a:gd name="T26" fmla="*/ 35 w 161"/>
                  <a:gd name="T27" fmla="*/ 101 h 138"/>
                  <a:gd name="T28" fmla="*/ 18 w 161"/>
                  <a:gd name="T29" fmla="*/ 118 h 138"/>
                  <a:gd name="T30" fmla="*/ 0 w 161"/>
                  <a:gd name="T31" fmla="*/ 134 h 138"/>
                  <a:gd name="T32" fmla="*/ 3 w 161"/>
                  <a:gd name="T33" fmla="*/ 138 h 138"/>
                  <a:gd name="T34" fmla="*/ 24 w 161"/>
                  <a:gd name="T35" fmla="*/ 125 h 138"/>
                  <a:gd name="T36" fmla="*/ 44 w 161"/>
                  <a:gd name="T37" fmla="*/ 113 h 138"/>
                  <a:gd name="T38" fmla="*/ 52 w 161"/>
                  <a:gd name="T39" fmla="*/ 108 h 138"/>
                  <a:gd name="T40" fmla="*/ 61 w 161"/>
                  <a:gd name="T41" fmla="*/ 103 h 138"/>
                  <a:gd name="T42" fmla="*/ 77 w 161"/>
                  <a:gd name="T43" fmla="*/ 93 h 138"/>
                  <a:gd name="T44" fmla="*/ 86 w 161"/>
                  <a:gd name="T45" fmla="*/ 88 h 138"/>
                  <a:gd name="T46" fmla="*/ 94 w 161"/>
                  <a:gd name="T47" fmla="*/ 82 h 138"/>
                  <a:gd name="T48" fmla="*/ 96 w 161"/>
                  <a:gd name="T49" fmla="*/ 81 h 138"/>
                  <a:gd name="T50" fmla="*/ 98 w 161"/>
                  <a:gd name="T51" fmla="*/ 81 h 138"/>
                  <a:gd name="T52" fmla="*/ 109 w 161"/>
                  <a:gd name="T53" fmla="*/ 83 h 138"/>
                  <a:gd name="T54" fmla="*/ 145 w 161"/>
                  <a:gd name="T55" fmla="*/ 73 h 138"/>
                  <a:gd name="T56" fmla="*/ 161 w 161"/>
                  <a:gd name="T57" fmla="*/ 62 h 138"/>
                  <a:gd name="T58" fmla="*/ 136 w 161"/>
                  <a:gd name="T59" fmla="*/ 4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61" h="138">
                    <a:moveTo>
                      <a:pt x="136" y="49"/>
                    </a:moveTo>
                    <a:cubicBezTo>
                      <a:pt x="136" y="49"/>
                      <a:pt x="136" y="49"/>
                      <a:pt x="136" y="48"/>
                    </a:cubicBezTo>
                    <a:cubicBezTo>
                      <a:pt x="124" y="33"/>
                      <a:pt x="124" y="33"/>
                      <a:pt x="124" y="33"/>
                    </a:cubicBezTo>
                    <a:cubicBezTo>
                      <a:pt x="123" y="32"/>
                      <a:pt x="123" y="32"/>
                      <a:pt x="123" y="31"/>
                    </a:cubicBezTo>
                    <a:cubicBezTo>
                      <a:pt x="122" y="25"/>
                      <a:pt x="120" y="9"/>
                      <a:pt x="119" y="0"/>
                    </a:cubicBezTo>
                    <a:cubicBezTo>
                      <a:pt x="116" y="0"/>
                      <a:pt x="108" y="5"/>
                      <a:pt x="99" y="15"/>
                    </a:cubicBezTo>
                    <a:cubicBezTo>
                      <a:pt x="92" y="22"/>
                      <a:pt x="78" y="40"/>
                      <a:pt x="80" y="59"/>
                    </a:cubicBezTo>
                    <a:cubicBezTo>
                      <a:pt x="80" y="59"/>
                      <a:pt x="80" y="60"/>
                      <a:pt x="79" y="61"/>
                    </a:cubicBezTo>
                    <a:cubicBezTo>
                      <a:pt x="78" y="61"/>
                      <a:pt x="78" y="61"/>
                      <a:pt x="78" y="61"/>
                    </a:cubicBezTo>
                    <a:cubicBezTo>
                      <a:pt x="71" y="68"/>
                      <a:pt x="71" y="68"/>
                      <a:pt x="71" y="68"/>
                    </a:cubicBezTo>
                    <a:cubicBezTo>
                      <a:pt x="64" y="75"/>
                      <a:pt x="64" y="75"/>
                      <a:pt x="64" y="75"/>
                    </a:cubicBezTo>
                    <a:cubicBezTo>
                      <a:pt x="50" y="88"/>
                      <a:pt x="50" y="88"/>
                      <a:pt x="50" y="8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35" y="101"/>
                      <a:pt x="35" y="101"/>
                      <a:pt x="35" y="101"/>
                    </a:cubicBezTo>
                    <a:cubicBezTo>
                      <a:pt x="18" y="118"/>
                      <a:pt x="18" y="118"/>
                      <a:pt x="18" y="118"/>
                    </a:cubicBezTo>
                    <a:cubicBezTo>
                      <a:pt x="0" y="134"/>
                      <a:pt x="0" y="134"/>
                      <a:pt x="0" y="134"/>
                    </a:cubicBezTo>
                    <a:cubicBezTo>
                      <a:pt x="3" y="138"/>
                      <a:pt x="3" y="138"/>
                      <a:pt x="3" y="138"/>
                    </a:cubicBezTo>
                    <a:cubicBezTo>
                      <a:pt x="24" y="125"/>
                      <a:pt x="24" y="125"/>
                      <a:pt x="24" y="125"/>
                    </a:cubicBezTo>
                    <a:cubicBezTo>
                      <a:pt x="44" y="113"/>
                      <a:pt x="44" y="113"/>
                      <a:pt x="44" y="113"/>
                    </a:cubicBezTo>
                    <a:cubicBezTo>
                      <a:pt x="52" y="108"/>
                      <a:pt x="52" y="108"/>
                      <a:pt x="52" y="108"/>
                    </a:cubicBezTo>
                    <a:cubicBezTo>
                      <a:pt x="61" y="103"/>
                      <a:pt x="61" y="103"/>
                      <a:pt x="61" y="103"/>
                    </a:cubicBezTo>
                    <a:cubicBezTo>
                      <a:pt x="77" y="93"/>
                      <a:pt x="77" y="93"/>
                      <a:pt x="77" y="93"/>
                    </a:cubicBezTo>
                    <a:cubicBezTo>
                      <a:pt x="86" y="88"/>
                      <a:pt x="86" y="88"/>
                      <a:pt x="86" y="88"/>
                    </a:cubicBezTo>
                    <a:cubicBezTo>
                      <a:pt x="94" y="82"/>
                      <a:pt x="94" y="82"/>
                      <a:pt x="94" y="82"/>
                    </a:cubicBezTo>
                    <a:cubicBezTo>
                      <a:pt x="96" y="81"/>
                      <a:pt x="96" y="81"/>
                      <a:pt x="96" y="81"/>
                    </a:cubicBezTo>
                    <a:cubicBezTo>
                      <a:pt x="97" y="81"/>
                      <a:pt x="97" y="81"/>
                      <a:pt x="98" y="81"/>
                    </a:cubicBezTo>
                    <a:cubicBezTo>
                      <a:pt x="101" y="82"/>
                      <a:pt x="105" y="83"/>
                      <a:pt x="109" y="83"/>
                    </a:cubicBezTo>
                    <a:cubicBezTo>
                      <a:pt x="120" y="83"/>
                      <a:pt x="133" y="79"/>
                      <a:pt x="145" y="73"/>
                    </a:cubicBezTo>
                    <a:cubicBezTo>
                      <a:pt x="155" y="68"/>
                      <a:pt x="160" y="63"/>
                      <a:pt x="161" y="62"/>
                    </a:cubicBezTo>
                    <a:cubicBezTo>
                      <a:pt x="154" y="58"/>
                      <a:pt x="143" y="52"/>
                      <a:pt x="136" y="49"/>
                    </a:cubicBezTo>
                    <a:close/>
                  </a:path>
                </a:pathLst>
              </a:custGeom>
              <a:solidFill>
                <a:srgbClr val="2148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53"/>
              </a:p>
            </p:txBody>
          </p:sp>
          <p:sp>
            <p:nvSpPr>
              <p:cNvPr id="15" name="Freeform 990">
                <a:extLst>
                  <a:ext uri="{FF2B5EF4-FFF2-40B4-BE49-F238E27FC236}">
                    <a16:creationId xmlns:a16="http://schemas.microsoft.com/office/drawing/2014/main" id="{55512C22-A291-38CE-1F72-18C8E0E963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6568" y="2061580"/>
                <a:ext cx="61734" cy="60883"/>
              </a:xfrm>
              <a:custGeom>
                <a:avLst/>
                <a:gdLst>
                  <a:gd name="T0" fmla="*/ 41 w 54"/>
                  <a:gd name="T1" fmla="*/ 4 h 53"/>
                  <a:gd name="T2" fmla="*/ 27 w 54"/>
                  <a:gd name="T3" fmla="*/ 0 h 53"/>
                  <a:gd name="T4" fmla="*/ 0 w 54"/>
                  <a:gd name="T5" fmla="*/ 26 h 53"/>
                  <a:gd name="T6" fmla="*/ 27 w 54"/>
                  <a:gd name="T7" fmla="*/ 53 h 53"/>
                  <a:gd name="T8" fmla="*/ 54 w 54"/>
                  <a:gd name="T9" fmla="*/ 26 h 53"/>
                  <a:gd name="T10" fmla="*/ 53 w 54"/>
                  <a:gd name="T11" fmla="*/ 19 h 53"/>
                  <a:gd name="T12" fmla="*/ 31 w 54"/>
                  <a:gd name="T13" fmla="*/ 32 h 53"/>
                  <a:gd name="T14" fmla="*/ 30 w 54"/>
                  <a:gd name="T15" fmla="*/ 33 h 53"/>
                  <a:gd name="T16" fmla="*/ 28 w 54"/>
                  <a:gd name="T17" fmla="*/ 32 h 53"/>
                  <a:gd name="T18" fmla="*/ 22 w 54"/>
                  <a:gd name="T19" fmla="*/ 24 h 53"/>
                  <a:gd name="T20" fmla="*/ 22 w 54"/>
                  <a:gd name="T21" fmla="*/ 21 h 53"/>
                  <a:gd name="T22" fmla="*/ 41 w 54"/>
                  <a:gd name="T23" fmla="*/ 4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4" h="53">
                    <a:moveTo>
                      <a:pt x="41" y="4"/>
                    </a:moveTo>
                    <a:cubicBezTo>
                      <a:pt x="37" y="1"/>
                      <a:pt x="32" y="0"/>
                      <a:pt x="27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41"/>
                      <a:pt x="12" y="53"/>
                      <a:pt x="27" y="53"/>
                    </a:cubicBezTo>
                    <a:cubicBezTo>
                      <a:pt x="42" y="53"/>
                      <a:pt x="54" y="41"/>
                      <a:pt x="54" y="26"/>
                    </a:cubicBezTo>
                    <a:cubicBezTo>
                      <a:pt x="54" y="24"/>
                      <a:pt x="53" y="21"/>
                      <a:pt x="53" y="19"/>
                    </a:cubicBezTo>
                    <a:cubicBezTo>
                      <a:pt x="31" y="32"/>
                      <a:pt x="31" y="32"/>
                      <a:pt x="31" y="32"/>
                    </a:cubicBezTo>
                    <a:cubicBezTo>
                      <a:pt x="31" y="33"/>
                      <a:pt x="30" y="33"/>
                      <a:pt x="30" y="33"/>
                    </a:cubicBezTo>
                    <a:cubicBezTo>
                      <a:pt x="29" y="33"/>
                      <a:pt x="28" y="32"/>
                      <a:pt x="28" y="32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1" y="23"/>
                      <a:pt x="21" y="22"/>
                      <a:pt x="22" y="21"/>
                    </a:cubicBezTo>
                    <a:lnTo>
                      <a:pt x="41" y="4"/>
                    </a:lnTo>
                    <a:close/>
                  </a:path>
                </a:pathLst>
              </a:custGeom>
              <a:solidFill>
                <a:srgbClr val="0072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53"/>
              </a:p>
            </p:txBody>
          </p:sp>
        </p:grp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989DF057-CA7F-F5B7-E27D-0DDBE4C153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16347"/>
          <a:stretch/>
        </p:blipFill>
        <p:spPr>
          <a:xfrm>
            <a:off x="8521229" y="38100"/>
            <a:ext cx="1299243" cy="1129002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3F9FA8EC-20B2-89DC-3372-1C074B1E3CB1}"/>
              </a:ext>
            </a:extLst>
          </p:cNvPr>
          <p:cNvSpPr/>
          <p:nvPr userDrawn="1"/>
        </p:nvSpPr>
        <p:spPr>
          <a:xfrm>
            <a:off x="1030594" y="434561"/>
            <a:ext cx="3922406" cy="16927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noAutofit/>
          </a:bodyPr>
          <a:lstStyle/>
          <a:p>
            <a:r>
              <a:rPr lang="ko-KR" altLang="en-US" sz="1100" spc="-7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NPU기반 지능형 영상감시체계 시범 구축(해군) 사업 위탁감리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5EDF20B-7C6F-9279-1486-55448048AD6E}"/>
              </a:ext>
            </a:extLst>
          </p:cNvPr>
          <p:cNvSpPr/>
          <p:nvPr userDrawn="1"/>
        </p:nvSpPr>
        <p:spPr>
          <a:xfrm>
            <a:off x="891943" y="387966"/>
            <a:ext cx="72669" cy="2624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72773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5E504BB-2E41-FBB0-D658-E6B4BF2C4554}"/>
              </a:ext>
            </a:extLst>
          </p:cNvPr>
          <p:cNvSpPr/>
          <p:nvPr userDrawn="1"/>
        </p:nvSpPr>
        <p:spPr>
          <a:xfrm>
            <a:off x="8048350" y="0"/>
            <a:ext cx="1857651" cy="663636"/>
          </a:xfrm>
          <a:custGeom>
            <a:avLst/>
            <a:gdLst>
              <a:gd name="connsiteX0" fmla="*/ 702032 w 3161297"/>
              <a:gd name="connsiteY0" fmla="*/ 0 h 702032"/>
              <a:gd name="connsiteX1" fmla="*/ 3161297 w 3161297"/>
              <a:gd name="connsiteY1" fmla="*/ 0 h 702032"/>
              <a:gd name="connsiteX2" fmla="*/ 3161297 w 3161297"/>
              <a:gd name="connsiteY2" fmla="*/ 702032 h 702032"/>
              <a:gd name="connsiteX3" fmla="*/ 0 w 3161297"/>
              <a:gd name="connsiteY3" fmla="*/ 702032 h 702032"/>
              <a:gd name="connsiteX4" fmla="*/ 702032 w 3161297"/>
              <a:gd name="connsiteY4" fmla="*/ 0 h 702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61297" h="702032">
                <a:moveTo>
                  <a:pt x="702032" y="0"/>
                </a:moveTo>
                <a:lnTo>
                  <a:pt x="3161297" y="0"/>
                </a:lnTo>
                <a:lnTo>
                  <a:pt x="3161297" y="702032"/>
                </a:lnTo>
                <a:lnTo>
                  <a:pt x="0" y="702032"/>
                </a:lnTo>
                <a:lnTo>
                  <a:pt x="702032" y="0"/>
                </a:lnTo>
                <a:close/>
              </a:path>
            </a:pathLst>
          </a:custGeom>
          <a:solidFill>
            <a:srgbClr val="113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00" b="1" spc="-41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1F4C6D-2546-1152-729E-93BD6A7DC7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26" y="1165850"/>
            <a:ext cx="9022558" cy="159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35D6F5B-4DAC-9C88-E278-4F16E6578455}"/>
              </a:ext>
            </a:extLst>
          </p:cNvPr>
          <p:cNvSpPr/>
          <p:nvPr userDrawn="1"/>
        </p:nvSpPr>
        <p:spPr>
          <a:xfrm>
            <a:off x="-1" y="650435"/>
            <a:ext cx="9906002" cy="516667"/>
          </a:xfrm>
          <a:prstGeom prst="rect">
            <a:avLst/>
          </a:prstGeom>
          <a:solidFill>
            <a:srgbClr val="113C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00" b="1" spc="-4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32691C5-D095-ADFF-B07C-7BED3E33CB7B}"/>
              </a:ext>
            </a:extLst>
          </p:cNvPr>
          <p:cNvGrpSpPr/>
          <p:nvPr userDrawn="1"/>
        </p:nvGrpSpPr>
        <p:grpSpPr>
          <a:xfrm>
            <a:off x="1" y="650433"/>
            <a:ext cx="4686137" cy="517492"/>
            <a:chOff x="0" y="5963413"/>
            <a:chExt cx="3464183" cy="799322"/>
          </a:xfrm>
        </p:grpSpPr>
        <p:sp>
          <p:nvSpPr>
            <p:cNvPr id="6" name="자유형 117">
              <a:extLst>
                <a:ext uri="{FF2B5EF4-FFF2-40B4-BE49-F238E27FC236}">
                  <a16:creationId xmlns:a16="http://schemas.microsoft.com/office/drawing/2014/main" id="{7BE7E468-5D12-C2DC-E5A8-A052A83A0C22}"/>
                </a:ext>
              </a:extLst>
            </p:cNvPr>
            <p:cNvSpPr/>
            <p:nvPr/>
          </p:nvSpPr>
          <p:spPr>
            <a:xfrm flipV="1">
              <a:off x="0" y="5963413"/>
              <a:ext cx="3464183" cy="799322"/>
            </a:xfrm>
            <a:custGeom>
              <a:avLst/>
              <a:gdLst>
                <a:gd name="connsiteX0" fmla="*/ 0 w 1415139"/>
                <a:gd name="connsiteY0" fmla="*/ 799322 h 799322"/>
                <a:gd name="connsiteX1" fmla="*/ 1054085 w 1415139"/>
                <a:gd name="connsiteY1" fmla="*/ 799322 h 799322"/>
                <a:gd name="connsiteX2" fmla="*/ 1415139 w 1415139"/>
                <a:gd name="connsiteY2" fmla="*/ 0 h 799322"/>
                <a:gd name="connsiteX3" fmla="*/ 0 w 1415139"/>
                <a:gd name="connsiteY3" fmla="*/ 0 h 799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5139" h="799322">
                  <a:moveTo>
                    <a:pt x="0" y="799322"/>
                  </a:moveTo>
                  <a:lnTo>
                    <a:pt x="1054085" y="799322"/>
                  </a:lnTo>
                  <a:lnTo>
                    <a:pt x="1415139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1482CD">
                    <a:alpha val="20000"/>
                  </a:srgbClr>
                </a:gs>
                <a:gs pos="100000">
                  <a:srgbClr val="135091">
                    <a:alpha val="20000"/>
                  </a:srgb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00" b="1" spc="-41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7" name="자유형 118">
              <a:extLst>
                <a:ext uri="{FF2B5EF4-FFF2-40B4-BE49-F238E27FC236}">
                  <a16:creationId xmlns:a16="http://schemas.microsoft.com/office/drawing/2014/main" id="{03074D5A-F3E3-EA01-A1D1-240073724796}"/>
                </a:ext>
              </a:extLst>
            </p:cNvPr>
            <p:cNvSpPr/>
            <p:nvPr/>
          </p:nvSpPr>
          <p:spPr>
            <a:xfrm rot="10800000" flipH="1">
              <a:off x="0" y="5963415"/>
              <a:ext cx="1093830" cy="408566"/>
            </a:xfrm>
            <a:custGeom>
              <a:avLst/>
              <a:gdLst>
                <a:gd name="connsiteX0" fmla="*/ 0 w 1093830"/>
                <a:gd name="connsiteY0" fmla="*/ 192698 h 192698"/>
                <a:gd name="connsiteX1" fmla="*/ 1093830 w 1093830"/>
                <a:gd name="connsiteY1" fmla="*/ 192698 h 192698"/>
                <a:gd name="connsiteX2" fmla="*/ 0 w 1093830"/>
                <a:gd name="connsiteY2" fmla="*/ 0 h 19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93830" h="192698">
                  <a:moveTo>
                    <a:pt x="0" y="192698"/>
                  </a:moveTo>
                  <a:lnTo>
                    <a:pt x="1093830" y="1926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3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653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3BA0E4-A9E1-48E3-FE85-C6F23241F2C6}"/>
              </a:ext>
            </a:extLst>
          </p:cNvPr>
          <p:cNvSpPr/>
          <p:nvPr userDrawn="1"/>
        </p:nvSpPr>
        <p:spPr>
          <a:xfrm>
            <a:off x="735149" y="678868"/>
            <a:ext cx="864339" cy="461665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r>
              <a:rPr lang="ko-KR" altLang="en-US" sz="2400" b="1" dirty="0">
                <a:ln w="3175"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목 차</a:t>
            </a:r>
            <a:endParaRPr lang="ko-KR" altLang="en-US" sz="2800" dirty="0">
              <a:ln w="38100">
                <a:solidFill>
                  <a:prstClr val="white">
                    <a:alpha val="0"/>
                  </a:prstClr>
                </a:solidFill>
              </a:ln>
              <a:gradFill>
                <a:gsLst>
                  <a:gs pos="100000">
                    <a:srgbClr val="FDBF23"/>
                  </a:gs>
                  <a:gs pos="29000">
                    <a:srgbClr val="FF9021"/>
                  </a:gs>
                </a:gsLst>
                <a:lin ang="0" scaled="0"/>
              </a:gradFill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3B78319-E88B-1BF7-0269-356568B8DA98}"/>
              </a:ext>
            </a:extLst>
          </p:cNvPr>
          <p:cNvGrpSpPr/>
          <p:nvPr userDrawn="1"/>
        </p:nvGrpSpPr>
        <p:grpSpPr>
          <a:xfrm>
            <a:off x="2" y="395898"/>
            <a:ext cx="823616" cy="404470"/>
            <a:chOff x="1" y="6162683"/>
            <a:chExt cx="999384" cy="481005"/>
          </a:xfrm>
        </p:grpSpPr>
        <p:sp>
          <p:nvSpPr>
            <p:cNvPr id="10" name="직각 삼각형 11">
              <a:extLst>
                <a:ext uri="{FF2B5EF4-FFF2-40B4-BE49-F238E27FC236}">
                  <a16:creationId xmlns:a16="http://schemas.microsoft.com/office/drawing/2014/main" id="{7930DB9A-9543-CE23-8543-BBBCE3DD1FA0}"/>
                </a:ext>
              </a:extLst>
            </p:cNvPr>
            <p:cNvSpPr/>
            <p:nvPr/>
          </p:nvSpPr>
          <p:spPr>
            <a:xfrm rot="16200000">
              <a:off x="936042" y="6406609"/>
              <a:ext cx="69342" cy="57345"/>
            </a:xfrm>
            <a:custGeom>
              <a:avLst/>
              <a:gdLst>
                <a:gd name="connsiteX0" fmla="*/ 0 w 89837"/>
                <a:gd name="connsiteY0" fmla="*/ 45719 h 45719"/>
                <a:gd name="connsiteX1" fmla="*/ 0 w 89837"/>
                <a:gd name="connsiteY1" fmla="*/ 0 h 45719"/>
                <a:gd name="connsiteX2" fmla="*/ 89837 w 89837"/>
                <a:gd name="connsiteY2" fmla="*/ 45719 h 45719"/>
                <a:gd name="connsiteX3" fmla="*/ 0 w 89837"/>
                <a:gd name="connsiteY3" fmla="*/ 45719 h 45719"/>
                <a:gd name="connsiteX0" fmla="*/ 0 w 89837"/>
                <a:gd name="connsiteY0" fmla="*/ 74294 h 74294"/>
                <a:gd name="connsiteX1" fmla="*/ 0 w 89837"/>
                <a:gd name="connsiteY1" fmla="*/ 0 h 74294"/>
                <a:gd name="connsiteX2" fmla="*/ 89837 w 89837"/>
                <a:gd name="connsiteY2" fmla="*/ 45719 h 74294"/>
                <a:gd name="connsiteX3" fmla="*/ 0 w 89837"/>
                <a:gd name="connsiteY3" fmla="*/ 74294 h 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837" h="74294">
                  <a:moveTo>
                    <a:pt x="0" y="74294"/>
                  </a:moveTo>
                  <a:lnTo>
                    <a:pt x="0" y="0"/>
                  </a:lnTo>
                  <a:lnTo>
                    <a:pt x="89837" y="45719"/>
                  </a:lnTo>
                  <a:lnTo>
                    <a:pt x="0" y="7429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53"/>
            </a:p>
          </p:txBody>
        </p:sp>
        <p:grpSp>
          <p:nvGrpSpPr>
            <p:cNvPr id="11" name="Group 986">
              <a:extLst>
                <a:ext uri="{FF2B5EF4-FFF2-40B4-BE49-F238E27FC236}">
                  <a16:creationId xmlns:a16="http://schemas.microsoft.com/office/drawing/2014/main" id="{5947ABEC-8F7C-6A42-4F82-5768F8A4FD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19203" y="6209276"/>
              <a:ext cx="359918" cy="362370"/>
              <a:chOff x="3075" y="2193"/>
              <a:chExt cx="587" cy="591"/>
            </a:xfrm>
            <a:solidFill>
              <a:srgbClr val="2A6EA7">
                <a:alpha val="19000"/>
              </a:srgbClr>
            </a:solidFill>
          </p:grpSpPr>
          <p:sp>
            <p:nvSpPr>
              <p:cNvPr id="16" name="Freeform 987">
                <a:extLst>
                  <a:ext uri="{FF2B5EF4-FFF2-40B4-BE49-F238E27FC236}">
                    <a16:creationId xmlns:a16="http://schemas.microsoft.com/office/drawing/2014/main" id="{CF1C74B2-4E47-E828-ABDE-543FCB3FF4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5" y="2193"/>
                <a:ext cx="587" cy="591"/>
              </a:xfrm>
              <a:custGeom>
                <a:avLst/>
                <a:gdLst>
                  <a:gd name="T0" fmla="*/ 197 w 218"/>
                  <a:gd name="T1" fmla="*/ 64 h 219"/>
                  <a:gd name="T2" fmla="*/ 189 w 218"/>
                  <a:gd name="T3" fmla="*/ 69 h 219"/>
                  <a:gd name="T4" fmla="*/ 198 w 218"/>
                  <a:gd name="T5" fmla="*/ 109 h 219"/>
                  <a:gd name="T6" fmla="*/ 109 w 218"/>
                  <a:gd name="T7" fmla="*/ 199 h 219"/>
                  <a:gd name="T8" fmla="*/ 19 w 218"/>
                  <a:gd name="T9" fmla="*/ 109 h 219"/>
                  <a:gd name="T10" fmla="*/ 109 w 218"/>
                  <a:gd name="T11" fmla="*/ 20 h 219"/>
                  <a:gd name="T12" fmla="*/ 169 w 218"/>
                  <a:gd name="T13" fmla="*/ 43 h 219"/>
                  <a:gd name="T14" fmla="*/ 176 w 218"/>
                  <a:gd name="T15" fmla="*/ 37 h 219"/>
                  <a:gd name="T16" fmla="*/ 184 w 218"/>
                  <a:gd name="T17" fmla="*/ 30 h 219"/>
                  <a:gd name="T18" fmla="*/ 109 w 218"/>
                  <a:gd name="T19" fmla="*/ 0 h 219"/>
                  <a:gd name="T20" fmla="*/ 0 w 218"/>
                  <a:gd name="T21" fmla="*/ 109 h 219"/>
                  <a:gd name="T22" fmla="*/ 109 w 218"/>
                  <a:gd name="T23" fmla="*/ 219 h 219"/>
                  <a:gd name="T24" fmla="*/ 218 w 218"/>
                  <a:gd name="T25" fmla="*/ 109 h 219"/>
                  <a:gd name="T26" fmla="*/ 206 w 218"/>
                  <a:gd name="T27" fmla="*/ 59 h 219"/>
                  <a:gd name="T28" fmla="*/ 197 w 218"/>
                  <a:gd name="T29" fmla="*/ 64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18" h="219">
                    <a:moveTo>
                      <a:pt x="197" y="64"/>
                    </a:moveTo>
                    <a:cubicBezTo>
                      <a:pt x="189" y="69"/>
                      <a:pt x="189" y="69"/>
                      <a:pt x="189" y="69"/>
                    </a:cubicBezTo>
                    <a:cubicBezTo>
                      <a:pt x="195" y="81"/>
                      <a:pt x="198" y="95"/>
                      <a:pt x="198" y="109"/>
                    </a:cubicBezTo>
                    <a:cubicBezTo>
                      <a:pt x="198" y="159"/>
                      <a:pt x="158" y="199"/>
                      <a:pt x="109" y="199"/>
                    </a:cubicBezTo>
                    <a:cubicBezTo>
                      <a:pt x="59" y="199"/>
                      <a:pt x="19" y="159"/>
                      <a:pt x="19" y="109"/>
                    </a:cubicBezTo>
                    <a:cubicBezTo>
                      <a:pt x="19" y="60"/>
                      <a:pt x="59" y="20"/>
                      <a:pt x="109" y="20"/>
                    </a:cubicBezTo>
                    <a:cubicBezTo>
                      <a:pt x="132" y="20"/>
                      <a:pt x="153" y="29"/>
                      <a:pt x="169" y="43"/>
                    </a:cubicBezTo>
                    <a:cubicBezTo>
                      <a:pt x="176" y="37"/>
                      <a:pt x="176" y="37"/>
                      <a:pt x="176" y="37"/>
                    </a:cubicBezTo>
                    <a:cubicBezTo>
                      <a:pt x="184" y="30"/>
                      <a:pt x="184" y="30"/>
                      <a:pt x="184" y="30"/>
                    </a:cubicBezTo>
                    <a:cubicBezTo>
                      <a:pt x="164" y="11"/>
                      <a:pt x="138" y="0"/>
                      <a:pt x="109" y="0"/>
                    </a:cubicBezTo>
                    <a:cubicBezTo>
                      <a:pt x="49" y="0"/>
                      <a:pt x="0" y="49"/>
                      <a:pt x="0" y="109"/>
                    </a:cubicBezTo>
                    <a:cubicBezTo>
                      <a:pt x="0" y="170"/>
                      <a:pt x="49" y="219"/>
                      <a:pt x="109" y="219"/>
                    </a:cubicBezTo>
                    <a:cubicBezTo>
                      <a:pt x="169" y="219"/>
                      <a:pt x="218" y="170"/>
                      <a:pt x="218" y="109"/>
                    </a:cubicBezTo>
                    <a:cubicBezTo>
                      <a:pt x="218" y="91"/>
                      <a:pt x="214" y="74"/>
                      <a:pt x="206" y="59"/>
                    </a:cubicBezTo>
                    <a:lnTo>
                      <a:pt x="197" y="64"/>
                    </a:lnTo>
                    <a:close/>
                  </a:path>
                </a:pathLst>
              </a:custGeom>
              <a:solidFill>
                <a:srgbClr val="8FD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53"/>
              </a:p>
            </p:txBody>
          </p:sp>
          <p:sp>
            <p:nvSpPr>
              <p:cNvPr id="17" name="Freeform 988">
                <a:extLst>
                  <a:ext uri="{FF2B5EF4-FFF2-40B4-BE49-F238E27FC236}">
                    <a16:creationId xmlns:a16="http://schemas.microsoft.com/office/drawing/2014/main" id="{DA62A197-4A75-AB62-1F69-B49D797D0E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0" y="2298"/>
                <a:ext cx="377" cy="380"/>
              </a:xfrm>
              <a:custGeom>
                <a:avLst/>
                <a:gdLst>
                  <a:gd name="T0" fmla="*/ 109 w 140"/>
                  <a:gd name="T1" fmla="*/ 24 h 141"/>
                  <a:gd name="T2" fmla="*/ 116 w 140"/>
                  <a:gd name="T3" fmla="*/ 18 h 141"/>
                  <a:gd name="T4" fmla="*/ 70 w 140"/>
                  <a:gd name="T5" fmla="*/ 0 h 141"/>
                  <a:gd name="T6" fmla="*/ 0 w 140"/>
                  <a:gd name="T7" fmla="*/ 70 h 141"/>
                  <a:gd name="T8" fmla="*/ 70 w 140"/>
                  <a:gd name="T9" fmla="*/ 141 h 141"/>
                  <a:gd name="T10" fmla="*/ 140 w 140"/>
                  <a:gd name="T11" fmla="*/ 70 h 141"/>
                  <a:gd name="T12" fmla="*/ 133 w 140"/>
                  <a:gd name="T13" fmla="*/ 40 h 141"/>
                  <a:gd name="T14" fmla="*/ 125 w 140"/>
                  <a:gd name="T15" fmla="*/ 45 h 141"/>
                  <a:gd name="T16" fmla="*/ 116 w 140"/>
                  <a:gd name="T17" fmla="*/ 51 h 141"/>
                  <a:gd name="T18" fmla="*/ 120 w 140"/>
                  <a:gd name="T19" fmla="*/ 70 h 141"/>
                  <a:gd name="T20" fmla="*/ 70 w 140"/>
                  <a:gd name="T21" fmla="*/ 121 h 141"/>
                  <a:gd name="T22" fmla="*/ 19 w 140"/>
                  <a:gd name="T23" fmla="*/ 70 h 141"/>
                  <a:gd name="T24" fmla="*/ 70 w 140"/>
                  <a:gd name="T25" fmla="*/ 20 h 141"/>
                  <a:gd name="T26" fmla="*/ 102 w 140"/>
                  <a:gd name="T27" fmla="*/ 31 h 141"/>
                  <a:gd name="T28" fmla="*/ 109 w 140"/>
                  <a:gd name="T29" fmla="*/ 24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0" h="141">
                    <a:moveTo>
                      <a:pt x="109" y="24"/>
                    </a:moveTo>
                    <a:cubicBezTo>
                      <a:pt x="116" y="18"/>
                      <a:pt x="116" y="18"/>
                      <a:pt x="116" y="18"/>
                    </a:cubicBezTo>
                    <a:cubicBezTo>
                      <a:pt x="104" y="7"/>
                      <a:pt x="88" y="0"/>
                      <a:pt x="70" y="0"/>
                    </a:cubicBezTo>
                    <a:cubicBezTo>
                      <a:pt x="31" y="0"/>
                      <a:pt x="0" y="32"/>
                      <a:pt x="0" y="70"/>
                    </a:cubicBezTo>
                    <a:cubicBezTo>
                      <a:pt x="0" y="109"/>
                      <a:pt x="31" y="141"/>
                      <a:pt x="70" y="141"/>
                    </a:cubicBezTo>
                    <a:cubicBezTo>
                      <a:pt x="109" y="141"/>
                      <a:pt x="140" y="109"/>
                      <a:pt x="140" y="70"/>
                    </a:cubicBezTo>
                    <a:cubicBezTo>
                      <a:pt x="140" y="60"/>
                      <a:pt x="138" y="49"/>
                      <a:pt x="133" y="40"/>
                    </a:cubicBezTo>
                    <a:cubicBezTo>
                      <a:pt x="125" y="45"/>
                      <a:pt x="125" y="45"/>
                      <a:pt x="125" y="45"/>
                    </a:cubicBezTo>
                    <a:cubicBezTo>
                      <a:pt x="116" y="51"/>
                      <a:pt x="116" y="51"/>
                      <a:pt x="116" y="51"/>
                    </a:cubicBezTo>
                    <a:cubicBezTo>
                      <a:pt x="119" y="57"/>
                      <a:pt x="120" y="63"/>
                      <a:pt x="120" y="70"/>
                    </a:cubicBezTo>
                    <a:cubicBezTo>
                      <a:pt x="120" y="98"/>
                      <a:pt x="98" y="121"/>
                      <a:pt x="70" y="121"/>
                    </a:cubicBezTo>
                    <a:cubicBezTo>
                      <a:pt x="42" y="121"/>
                      <a:pt x="19" y="98"/>
                      <a:pt x="19" y="70"/>
                    </a:cubicBezTo>
                    <a:cubicBezTo>
                      <a:pt x="19" y="43"/>
                      <a:pt x="42" y="20"/>
                      <a:pt x="70" y="20"/>
                    </a:cubicBezTo>
                    <a:cubicBezTo>
                      <a:pt x="82" y="20"/>
                      <a:pt x="93" y="24"/>
                      <a:pt x="102" y="31"/>
                    </a:cubicBezTo>
                    <a:lnTo>
                      <a:pt x="109" y="24"/>
                    </a:lnTo>
                    <a:close/>
                  </a:path>
                </a:pathLst>
              </a:custGeom>
              <a:solidFill>
                <a:srgbClr val="8FD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53"/>
              </a:p>
            </p:txBody>
          </p:sp>
        </p:grpSp>
        <p:sp>
          <p:nvSpPr>
            <p:cNvPr id="12" name="자유형 105">
              <a:extLst>
                <a:ext uri="{FF2B5EF4-FFF2-40B4-BE49-F238E27FC236}">
                  <a16:creationId xmlns:a16="http://schemas.microsoft.com/office/drawing/2014/main" id="{D02B95E6-C4E1-8B5A-6465-6D500D8F2C5D}"/>
                </a:ext>
              </a:extLst>
            </p:cNvPr>
            <p:cNvSpPr/>
            <p:nvPr/>
          </p:nvSpPr>
          <p:spPr>
            <a:xfrm>
              <a:off x="1" y="6401029"/>
              <a:ext cx="978024" cy="242659"/>
            </a:xfrm>
            <a:custGeom>
              <a:avLst/>
              <a:gdLst>
                <a:gd name="connsiteX0" fmla="*/ 0 w 2016052"/>
                <a:gd name="connsiteY0" fmla="*/ 0 h 368979"/>
                <a:gd name="connsiteX1" fmla="*/ 2016052 w 2016052"/>
                <a:gd name="connsiteY1" fmla="*/ 0 h 368979"/>
                <a:gd name="connsiteX2" fmla="*/ 1849384 w 2016052"/>
                <a:gd name="connsiteY2" fmla="*/ 368979 h 368979"/>
                <a:gd name="connsiteX3" fmla="*/ 0 w 2016052"/>
                <a:gd name="connsiteY3" fmla="*/ 368979 h 368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16052" h="368979">
                  <a:moveTo>
                    <a:pt x="0" y="0"/>
                  </a:moveTo>
                  <a:lnTo>
                    <a:pt x="2016052" y="0"/>
                  </a:lnTo>
                  <a:lnTo>
                    <a:pt x="1849384" y="368979"/>
                  </a:lnTo>
                  <a:lnTo>
                    <a:pt x="0" y="368979"/>
                  </a:lnTo>
                  <a:close/>
                </a:path>
              </a:pathLst>
            </a:custGeom>
            <a:gradFill>
              <a:gsLst>
                <a:gs pos="50000">
                  <a:srgbClr val="125BA3"/>
                </a:gs>
                <a:gs pos="49000">
                  <a:srgbClr val="214891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7200" bIns="0" rtlCol="0" anchor="ctr"/>
            <a:lstStyle/>
            <a:p>
              <a:pPr algn="ctr"/>
              <a:endParaRPr lang="ko-KR" altLang="en-US" sz="1069" b="1" spc="-58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endParaRPr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5FEC4494-E22E-C027-75F7-6EC45189BDE0}"/>
                </a:ext>
              </a:extLst>
            </p:cNvPr>
            <p:cNvGrpSpPr/>
            <p:nvPr/>
          </p:nvGrpSpPr>
          <p:grpSpPr>
            <a:xfrm>
              <a:off x="454707" y="6162683"/>
              <a:ext cx="310867" cy="271621"/>
              <a:chOff x="896568" y="1933857"/>
              <a:chExt cx="215857" cy="188606"/>
            </a:xfrm>
            <a:solidFill>
              <a:srgbClr val="2A6EA7"/>
            </a:solidFill>
          </p:grpSpPr>
          <p:sp>
            <p:nvSpPr>
              <p:cNvPr id="14" name="Freeform 989">
                <a:extLst>
                  <a:ext uri="{FF2B5EF4-FFF2-40B4-BE49-F238E27FC236}">
                    <a16:creationId xmlns:a16="http://schemas.microsoft.com/office/drawing/2014/main" id="{9C7D5612-5322-0F82-81F1-49E27A2335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7648" y="1933857"/>
                <a:ext cx="184777" cy="158806"/>
              </a:xfrm>
              <a:custGeom>
                <a:avLst/>
                <a:gdLst>
                  <a:gd name="T0" fmla="*/ 136 w 161"/>
                  <a:gd name="T1" fmla="*/ 49 h 138"/>
                  <a:gd name="T2" fmla="*/ 136 w 161"/>
                  <a:gd name="T3" fmla="*/ 48 h 138"/>
                  <a:gd name="T4" fmla="*/ 124 w 161"/>
                  <a:gd name="T5" fmla="*/ 33 h 138"/>
                  <a:gd name="T6" fmla="*/ 123 w 161"/>
                  <a:gd name="T7" fmla="*/ 31 h 138"/>
                  <a:gd name="T8" fmla="*/ 119 w 161"/>
                  <a:gd name="T9" fmla="*/ 0 h 138"/>
                  <a:gd name="T10" fmla="*/ 99 w 161"/>
                  <a:gd name="T11" fmla="*/ 15 h 138"/>
                  <a:gd name="T12" fmla="*/ 80 w 161"/>
                  <a:gd name="T13" fmla="*/ 59 h 138"/>
                  <a:gd name="T14" fmla="*/ 79 w 161"/>
                  <a:gd name="T15" fmla="*/ 61 h 138"/>
                  <a:gd name="T16" fmla="*/ 78 w 161"/>
                  <a:gd name="T17" fmla="*/ 61 h 138"/>
                  <a:gd name="T18" fmla="*/ 71 w 161"/>
                  <a:gd name="T19" fmla="*/ 68 h 138"/>
                  <a:gd name="T20" fmla="*/ 64 w 161"/>
                  <a:gd name="T21" fmla="*/ 75 h 138"/>
                  <a:gd name="T22" fmla="*/ 50 w 161"/>
                  <a:gd name="T23" fmla="*/ 88 h 138"/>
                  <a:gd name="T24" fmla="*/ 42 w 161"/>
                  <a:gd name="T25" fmla="*/ 95 h 138"/>
                  <a:gd name="T26" fmla="*/ 35 w 161"/>
                  <a:gd name="T27" fmla="*/ 101 h 138"/>
                  <a:gd name="T28" fmla="*/ 18 w 161"/>
                  <a:gd name="T29" fmla="*/ 118 h 138"/>
                  <a:gd name="T30" fmla="*/ 0 w 161"/>
                  <a:gd name="T31" fmla="*/ 134 h 138"/>
                  <a:gd name="T32" fmla="*/ 3 w 161"/>
                  <a:gd name="T33" fmla="*/ 138 h 138"/>
                  <a:gd name="T34" fmla="*/ 24 w 161"/>
                  <a:gd name="T35" fmla="*/ 125 h 138"/>
                  <a:gd name="T36" fmla="*/ 44 w 161"/>
                  <a:gd name="T37" fmla="*/ 113 h 138"/>
                  <a:gd name="T38" fmla="*/ 52 w 161"/>
                  <a:gd name="T39" fmla="*/ 108 h 138"/>
                  <a:gd name="T40" fmla="*/ 61 w 161"/>
                  <a:gd name="T41" fmla="*/ 103 h 138"/>
                  <a:gd name="T42" fmla="*/ 77 w 161"/>
                  <a:gd name="T43" fmla="*/ 93 h 138"/>
                  <a:gd name="T44" fmla="*/ 86 w 161"/>
                  <a:gd name="T45" fmla="*/ 88 h 138"/>
                  <a:gd name="T46" fmla="*/ 94 w 161"/>
                  <a:gd name="T47" fmla="*/ 82 h 138"/>
                  <a:gd name="T48" fmla="*/ 96 w 161"/>
                  <a:gd name="T49" fmla="*/ 81 h 138"/>
                  <a:gd name="T50" fmla="*/ 98 w 161"/>
                  <a:gd name="T51" fmla="*/ 81 h 138"/>
                  <a:gd name="T52" fmla="*/ 109 w 161"/>
                  <a:gd name="T53" fmla="*/ 83 h 138"/>
                  <a:gd name="T54" fmla="*/ 145 w 161"/>
                  <a:gd name="T55" fmla="*/ 73 h 138"/>
                  <a:gd name="T56" fmla="*/ 161 w 161"/>
                  <a:gd name="T57" fmla="*/ 62 h 138"/>
                  <a:gd name="T58" fmla="*/ 136 w 161"/>
                  <a:gd name="T59" fmla="*/ 4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61" h="138">
                    <a:moveTo>
                      <a:pt x="136" y="49"/>
                    </a:moveTo>
                    <a:cubicBezTo>
                      <a:pt x="136" y="49"/>
                      <a:pt x="136" y="49"/>
                      <a:pt x="136" y="48"/>
                    </a:cubicBezTo>
                    <a:cubicBezTo>
                      <a:pt x="124" y="33"/>
                      <a:pt x="124" y="33"/>
                      <a:pt x="124" y="33"/>
                    </a:cubicBezTo>
                    <a:cubicBezTo>
                      <a:pt x="123" y="32"/>
                      <a:pt x="123" y="32"/>
                      <a:pt x="123" y="31"/>
                    </a:cubicBezTo>
                    <a:cubicBezTo>
                      <a:pt x="122" y="25"/>
                      <a:pt x="120" y="9"/>
                      <a:pt x="119" y="0"/>
                    </a:cubicBezTo>
                    <a:cubicBezTo>
                      <a:pt x="116" y="0"/>
                      <a:pt x="108" y="5"/>
                      <a:pt x="99" y="15"/>
                    </a:cubicBezTo>
                    <a:cubicBezTo>
                      <a:pt x="92" y="22"/>
                      <a:pt x="78" y="40"/>
                      <a:pt x="80" y="59"/>
                    </a:cubicBezTo>
                    <a:cubicBezTo>
                      <a:pt x="80" y="59"/>
                      <a:pt x="80" y="60"/>
                      <a:pt x="79" y="61"/>
                    </a:cubicBezTo>
                    <a:cubicBezTo>
                      <a:pt x="78" y="61"/>
                      <a:pt x="78" y="61"/>
                      <a:pt x="78" y="61"/>
                    </a:cubicBezTo>
                    <a:cubicBezTo>
                      <a:pt x="71" y="68"/>
                      <a:pt x="71" y="68"/>
                      <a:pt x="71" y="68"/>
                    </a:cubicBezTo>
                    <a:cubicBezTo>
                      <a:pt x="64" y="75"/>
                      <a:pt x="64" y="75"/>
                      <a:pt x="64" y="75"/>
                    </a:cubicBezTo>
                    <a:cubicBezTo>
                      <a:pt x="50" y="88"/>
                      <a:pt x="50" y="88"/>
                      <a:pt x="50" y="88"/>
                    </a:cubicBezTo>
                    <a:cubicBezTo>
                      <a:pt x="42" y="95"/>
                      <a:pt x="42" y="95"/>
                      <a:pt x="42" y="95"/>
                    </a:cubicBezTo>
                    <a:cubicBezTo>
                      <a:pt x="35" y="101"/>
                      <a:pt x="35" y="101"/>
                      <a:pt x="35" y="101"/>
                    </a:cubicBezTo>
                    <a:cubicBezTo>
                      <a:pt x="18" y="118"/>
                      <a:pt x="18" y="118"/>
                      <a:pt x="18" y="118"/>
                    </a:cubicBezTo>
                    <a:cubicBezTo>
                      <a:pt x="0" y="134"/>
                      <a:pt x="0" y="134"/>
                      <a:pt x="0" y="134"/>
                    </a:cubicBezTo>
                    <a:cubicBezTo>
                      <a:pt x="3" y="138"/>
                      <a:pt x="3" y="138"/>
                      <a:pt x="3" y="138"/>
                    </a:cubicBezTo>
                    <a:cubicBezTo>
                      <a:pt x="24" y="125"/>
                      <a:pt x="24" y="125"/>
                      <a:pt x="24" y="125"/>
                    </a:cubicBezTo>
                    <a:cubicBezTo>
                      <a:pt x="44" y="113"/>
                      <a:pt x="44" y="113"/>
                      <a:pt x="44" y="113"/>
                    </a:cubicBezTo>
                    <a:cubicBezTo>
                      <a:pt x="52" y="108"/>
                      <a:pt x="52" y="108"/>
                      <a:pt x="52" y="108"/>
                    </a:cubicBezTo>
                    <a:cubicBezTo>
                      <a:pt x="61" y="103"/>
                      <a:pt x="61" y="103"/>
                      <a:pt x="61" y="103"/>
                    </a:cubicBezTo>
                    <a:cubicBezTo>
                      <a:pt x="77" y="93"/>
                      <a:pt x="77" y="93"/>
                      <a:pt x="77" y="93"/>
                    </a:cubicBezTo>
                    <a:cubicBezTo>
                      <a:pt x="86" y="88"/>
                      <a:pt x="86" y="88"/>
                      <a:pt x="86" y="88"/>
                    </a:cubicBezTo>
                    <a:cubicBezTo>
                      <a:pt x="94" y="82"/>
                      <a:pt x="94" y="82"/>
                      <a:pt x="94" y="82"/>
                    </a:cubicBezTo>
                    <a:cubicBezTo>
                      <a:pt x="96" y="81"/>
                      <a:pt x="96" y="81"/>
                      <a:pt x="96" y="81"/>
                    </a:cubicBezTo>
                    <a:cubicBezTo>
                      <a:pt x="97" y="81"/>
                      <a:pt x="97" y="81"/>
                      <a:pt x="98" y="81"/>
                    </a:cubicBezTo>
                    <a:cubicBezTo>
                      <a:pt x="101" y="82"/>
                      <a:pt x="105" y="83"/>
                      <a:pt x="109" y="83"/>
                    </a:cubicBezTo>
                    <a:cubicBezTo>
                      <a:pt x="120" y="83"/>
                      <a:pt x="133" y="79"/>
                      <a:pt x="145" y="73"/>
                    </a:cubicBezTo>
                    <a:cubicBezTo>
                      <a:pt x="155" y="68"/>
                      <a:pt x="160" y="63"/>
                      <a:pt x="161" y="62"/>
                    </a:cubicBezTo>
                    <a:cubicBezTo>
                      <a:pt x="154" y="58"/>
                      <a:pt x="143" y="52"/>
                      <a:pt x="136" y="49"/>
                    </a:cubicBezTo>
                    <a:close/>
                  </a:path>
                </a:pathLst>
              </a:custGeom>
              <a:solidFill>
                <a:srgbClr val="2148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53"/>
              </a:p>
            </p:txBody>
          </p:sp>
          <p:sp>
            <p:nvSpPr>
              <p:cNvPr id="15" name="Freeform 990">
                <a:extLst>
                  <a:ext uri="{FF2B5EF4-FFF2-40B4-BE49-F238E27FC236}">
                    <a16:creationId xmlns:a16="http://schemas.microsoft.com/office/drawing/2014/main" id="{DE16CBB6-D6F9-16A7-27A9-14B27292BA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6568" y="2061580"/>
                <a:ext cx="61734" cy="60883"/>
              </a:xfrm>
              <a:custGeom>
                <a:avLst/>
                <a:gdLst>
                  <a:gd name="T0" fmla="*/ 41 w 54"/>
                  <a:gd name="T1" fmla="*/ 4 h 53"/>
                  <a:gd name="T2" fmla="*/ 27 w 54"/>
                  <a:gd name="T3" fmla="*/ 0 h 53"/>
                  <a:gd name="T4" fmla="*/ 0 w 54"/>
                  <a:gd name="T5" fmla="*/ 26 h 53"/>
                  <a:gd name="T6" fmla="*/ 27 w 54"/>
                  <a:gd name="T7" fmla="*/ 53 h 53"/>
                  <a:gd name="T8" fmla="*/ 54 w 54"/>
                  <a:gd name="T9" fmla="*/ 26 h 53"/>
                  <a:gd name="T10" fmla="*/ 53 w 54"/>
                  <a:gd name="T11" fmla="*/ 19 h 53"/>
                  <a:gd name="T12" fmla="*/ 31 w 54"/>
                  <a:gd name="T13" fmla="*/ 32 h 53"/>
                  <a:gd name="T14" fmla="*/ 30 w 54"/>
                  <a:gd name="T15" fmla="*/ 33 h 53"/>
                  <a:gd name="T16" fmla="*/ 28 w 54"/>
                  <a:gd name="T17" fmla="*/ 32 h 53"/>
                  <a:gd name="T18" fmla="*/ 22 w 54"/>
                  <a:gd name="T19" fmla="*/ 24 h 53"/>
                  <a:gd name="T20" fmla="*/ 22 w 54"/>
                  <a:gd name="T21" fmla="*/ 21 h 53"/>
                  <a:gd name="T22" fmla="*/ 41 w 54"/>
                  <a:gd name="T23" fmla="*/ 4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4" h="53">
                    <a:moveTo>
                      <a:pt x="41" y="4"/>
                    </a:moveTo>
                    <a:cubicBezTo>
                      <a:pt x="37" y="1"/>
                      <a:pt x="32" y="0"/>
                      <a:pt x="27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41"/>
                      <a:pt x="12" y="53"/>
                      <a:pt x="27" y="53"/>
                    </a:cubicBezTo>
                    <a:cubicBezTo>
                      <a:pt x="42" y="53"/>
                      <a:pt x="54" y="41"/>
                      <a:pt x="54" y="26"/>
                    </a:cubicBezTo>
                    <a:cubicBezTo>
                      <a:pt x="54" y="24"/>
                      <a:pt x="53" y="21"/>
                      <a:pt x="53" y="19"/>
                    </a:cubicBezTo>
                    <a:cubicBezTo>
                      <a:pt x="31" y="32"/>
                      <a:pt x="31" y="32"/>
                      <a:pt x="31" y="32"/>
                    </a:cubicBezTo>
                    <a:cubicBezTo>
                      <a:pt x="31" y="33"/>
                      <a:pt x="30" y="33"/>
                      <a:pt x="30" y="33"/>
                    </a:cubicBezTo>
                    <a:cubicBezTo>
                      <a:pt x="29" y="33"/>
                      <a:pt x="28" y="32"/>
                      <a:pt x="28" y="32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1" y="23"/>
                      <a:pt x="21" y="22"/>
                      <a:pt x="22" y="21"/>
                    </a:cubicBezTo>
                    <a:lnTo>
                      <a:pt x="41" y="4"/>
                    </a:lnTo>
                    <a:close/>
                  </a:path>
                </a:pathLst>
              </a:custGeom>
              <a:solidFill>
                <a:srgbClr val="0072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53"/>
              </a:p>
            </p:txBody>
          </p:sp>
        </p:grp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B5629578-D219-9809-9608-C4BDEA3BD3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16347"/>
          <a:stretch/>
        </p:blipFill>
        <p:spPr>
          <a:xfrm>
            <a:off x="8521229" y="38100"/>
            <a:ext cx="1299243" cy="1129002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EA642909-7239-E1EC-BCD5-F7FB5DE0BEC3}"/>
              </a:ext>
            </a:extLst>
          </p:cNvPr>
          <p:cNvSpPr/>
          <p:nvPr userDrawn="1"/>
        </p:nvSpPr>
        <p:spPr>
          <a:xfrm>
            <a:off x="1030594" y="434561"/>
            <a:ext cx="3922406" cy="16927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noAutofit/>
          </a:bodyPr>
          <a:lstStyle/>
          <a:p>
            <a:r>
              <a:rPr lang="ko-KR" altLang="en-US" sz="1100" spc="-7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NPU기반 지능형 영상감시체계 시범 구축(해군) 사업 위탁감리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79657DB-4A25-C025-2967-5925F1DB70D1}"/>
              </a:ext>
            </a:extLst>
          </p:cNvPr>
          <p:cNvSpPr/>
          <p:nvPr userDrawn="1"/>
        </p:nvSpPr>
        <p:spPr>
          <a:xfrm>
            <a:off x="891943" y="387966"/>
            <a:ext cx="72669" cy="2624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23913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간지 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FBDFD93-FDD7-5887-F3ED-686654920C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99D4C7-49A2-42A3-EA2F-B60DEAE52531}"/>
              </a:ext>
            </a:extLst>
          </p:cNvPr>
          <p:cNvSpPr txBox="1"/>
          <p:nvPr userDrawn="1"/>
        </p:nvSpPr>
        <p:spPr>
          <a:xfrm>
            <a:off x="344581" y="362944"/>
            <a:ext cx="3216581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>
              <a:bevelT w="0" h="0"/>
              <a:contourClr>
                <a:schemeClr val="tx2">
                  <a:lumMod val="75000"/>
                </a:schemeClr>
              </a:contourClr>
            </a:sp3d>
          </a:bodyPr>
          <a:lstStyle/>
          <a:p>
            <a:pPr>
              <a:spcAft>
                <a:spcPts val="300"/>
              </a:spcAft>
              <a:buNone/>
            </a:pPr>
            <a:r>
              <a:rPr lang="en-US" altLang="ko-KR" sz="4400" spc="-80" dirty="0">
                <a:ln w="6350"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23711">
                      <a:schemeClr val="bg1"/>
                    </a:gs>
                    <a:gs pos="53000">
                      <a:schemeClr val="bg1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Contents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517" y="6069838"/>
            <a:ext cx="1689608" cy="41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916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간지 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C78BBCD-67F3-CA9D-918F-70CA37823A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69" y="2151380"/>
            <a:ext cx="1689608" cy="41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797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1B21225-28E5-41FA-80D5-3BDDFE51038E}"/>
              </a:ext>
            </a:extLst>
          </p:cNvPr>
          <p:cNvSpPr txBox="1">
            <a:spLocks/>
          </p:cNvSpPr>
          <p:nvPr userDrawn="1"/>
        </p:nvSpPr>
        <p:spPr>
          <a:xfrm>
            <a:off x="4416094" y="6580771"/>
            <a:ext cx="1073812" cy="181141"/>
          </a:xfrm>
          <a:prstGeom prst="rect">
            <a:avLst/>
          </a:prstGeom>
        </p:spPr>
        <p:txBody>
          <a:bodyPr vert="horz" lIns="116294" tIns="58148" rIns="116294" bIns="58148" rtlCol="0" anchor="ctr"/>
          <a:lstStyle>
            <a:defPPr>
              <a:defRPr lang="en-US"/>
            </a:defPPr>
            <a:lvl1pPr marL="0" algn="ctr" defTabSz="995507" rtl="0" eaLnBrk="1" latinLnBrk="0" hangingPunct="1">
              <a:defRPr sz="992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754" algn="l" defTabSz="995507" rtl="0" eaLnBrk="1" latinLnBrk="0" hangingPunct="1">
              <a:defRPr sz="1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507" algn="l" defTabSz="995507" rtl="0" eaLnBrk="1" latinLnBrk="0" hangingPunct="1">
              <a:defRPr sz="1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261" algn="l" defTabSz="995507" rtl="0" eaLnBrk="1" latinLnBrk="0" hangingPunct="1">
              <a:defRPr sz="1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015" algn="l" defTabSz="995507" rtl="0" eaLnBrk="1" latinLnBrk="0" hangingPunct="1">
              <a:defRPr sz="1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8768" algn="l" defTabSz="995507" rtl="0" eaLnBrk="1" latinLnBrk="0" hangingPunct="1">
              <a:defRPr sz="1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6522" algn="l" defTabSz="995507" rtl="0" eaLnBrk="1" latinLnBrk="0" hangingPunct="1">
              <a:defRPr sz="1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275" algn="l" defTabSz="995507" rtl="0" eaLnBrk="1" latinLnBrk="0" hangingPunct="1">
              <a:defRPr sz="1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029" algn="l" defTabSz="995507" rtl="0" eaLnBrk="1" latinLnBrk="0" hangingPunct="1">
              <a:defRPr sz="1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ED7425D-C09B-2248-9AF9-E55F59E5F93F}" type="slidenum">
              <a:rPr lang="en-US" sz="10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pPr/>
              <a:t>‹#›</a:t>
            </a:fld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126CD1C-2897-4494-A906-660A873F6FD5}"/>
              </a:ext>
            </a:extLst>
          </p:cNvPr>
          <p:cNvPicPr>
            <a:picLocks noChangeAspect="1"/>
          </p:cNvPicPr>
          <p:nvPr userDrawn="1"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679" y="6542044"/>
            <a:ext cx="825954" cy="25644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3100FA6E-0E1F-4078-ABD4-E03D232782EB}"/>
              </a:ext>
            </a:extLst>
          </p:cNvPr>
          <p:cNvPicPr>
            <a:picLocks noChangeAspect="1"/>
          </p:cNvPicPr>
          <p:nvPr userDrawn="1"/>
        </p:nvPicPr>
        <p:blipFill>
          <a:blip r:embed="rId40"/>
          <a:stretch>
            <a:fillRect/>
          </a:stretch>
        </p:blipFill>
        <p:spPr>
          <a:xfrm>
            <a:off x="-862718" y="6255838"/>
            <a:ext cx="722102" cy="412695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23031B50-E3B4-4FE7-AFD9-D0BC4754391C}"/>
              </a:ext>
            </a:extLst>
          </p:cNvPr>
          <p:cNvSpPr/>
          <p:nvPr userDrawn="1"/>
        </p:nvSpPr>
        <p:spPr>
          <a:xfrm>
            <a:off x="0" y="0"/>
            <a:ext cx="9906000" cy="11163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34" name="평행 사변형 33">
            <a:extLst>
              <a:ext uri="{FF2B5EF4-FFF2-40B4-BE49-F238E27FC236}">
                <a16:creationId xmlns:a16="http://schemas.microsoft.com/office/drawing/2014/main" id="{19397DA9-9A0C-415F-8AEB-ADBEF6442F63}"/>
              </a:ext>
            </a:extLst>
          </p:cNvPr>
          <p:cNvSpPr/>
          <p:nvPr userDrawn="1"/>
        </p:nvSpPr>
        <p:spPr>
          <a:xfrm>
            <a:off x="765175" y="368300"/>
            <a:ext cx="6664325" cy="319088"/>
          </a:xfrm>
          <a:prstGeom prst="parallelogram">
            <a:avLst>
              <a:gd name="adj" fmla="val 0"/>
            </a:avLst>
          </a:prstGeom>
          <a:gradFill>
            <a:gsLst>
              <a:gs pos="0">
                <a:srgbClr val="AAE6FF">
                  <a:alpha val="50000"/>
                </a:srgbClr>
              </a:gs>
              <a:gs pos="100000">
                <a:srgbClr val="D2F0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35" name="평행 사변형 34">
            <a:extLst>
              <a:ext uri="{FF2B5EF4-FFF2-40B4-BE49-F238E27FC236}">
                <a16:creationId xmlns:a16="http://schemas.microsoft.com/office/drawing/2014/main" id="{62E93403-4370-4339-B501-87CB8628505D}"/>
              </a:ext>
            </a:extLst>
          </p:cNvPr>
          <p:cNvSpPr/>
          <p:nvPr userDrawn="1"/>
        </p:nvSpPr>
        <p:spPr>
          <a:xfrm flipH="1">
            <a:off x="-764" y="0"/>
            <a:ext cx="800106" cy="1144591"/>
          </a:xfrm>
          <a:prstGeom prst="parallelogram">
            <a:avLst>
              <a:gd name="adj" fmla="val 42156"/>
            </a:avLst>
          </a:prstGeom>
          <a:solidFill>
            <a:srgbClr val="64D2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36" name="평행 사변형 35">
            <a:extLst>
              <a:ext uri="{FF2B5EF4-FFF2-40B4-BE49-F238E27FC236}">
                <a16:creationId xmlns:a16="http://schemas.microsoft.com/office/drawing/2014/main" id="{545B17FC-B881-4ACB-9FC7-F0D5C9D28691}"/>
              </a:ext>
            </a:extLst>
          </p:cNvPr>
          <p:cNvSpPr/>
          <p:nvPr userDrawn="1"/>
        </p:nvSpPr>
        <p:spPr>
          <a:xfrm>
            <a:off x="221652" y="0"/>
            <a:ext cx="800106" cy="1144591"/>
          </a:xfrm>
          <a:prstGeom prst="parallelogram">
            <a:avLst>
              <a:gd name="adj" fmla="val 42156"/>
            </a:avLst>
          </a:prstGeom>
          <a:solidFill>
            <a:srgbClr val="AAE6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8DCB94-8B06-4516-9D75-327EBE2E8478}"/>
              </a:ext>
            </a:extLst>
          </p:cNvPr>
          <p:cNvSpPr txBox="1"/>
          <p:nvPr userDrawn="1"/>
        </p:nvSpPr>
        <p:spPr>
          <a:xfrm>
            <a:off x="4953000" y="368300"/>
            <a:ext cx="4429125" cy="319088"/>
          </a:xfrm>
          <a:prstGeom prst="rect">
            <a:avLst/>
          </a:prstGeom>
          <a:noFill/>
          <a:ln>
            <a:solidFill>
              <a:schemeClr val="bg1">
                <a:alpha val="0"/>
              </a:schemeClr>
            </a:solidFill>
          </a:ln>
        </p:spPr>
        <p:txBody>
          <a:bodyPr wrap="square" lIns="36000" tIns="36000" rIns="36000" bIns="36000" rtlCol="0" anchor="ctr">
            <a:noAutofit/>
          </a:bodyPr>
          <a:lstStyle/>
          <a:p>
            <a:pPr marL="0" marR="0" lvl="0" indent="0" algn="r" defTabSz="15582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-98" normalizeH="0" baseline="0" noProof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rPr>
              <a:t>NPU기반 지능형 영상감시체계 시범 구축(해군) 사업 위탁감리</a:t>
            </a:r>
            <a:endParaRPr kumimoji="0" lang="en-US" altLang="ko-KR" sz="900" b="0" i="0" u="none" strike="noStrike" kern="1200" cap="none" spc="-98" normalizeH="0" baseline="0" noProof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KoPub돋움체 Medium" panose="02020603020101020101" pitchFamily="18" charset="-127"/>
              <a:ea typeface="KoPub돋움체 Medium" panose="02020603020101020101" pitchFamily="18" charset="-127"/>
              <a:cs typeface="+mn-cs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3296747-E13F-4284-9276-D366BB294A7C}"/>
              </a:ext>
            </a:extLst>
          </p:cNvPr>
          <p:cNvGrpSpPr/>
          <p:nvPr userDrawn="1"/>
        </p:nvGrpSpPr>
        <p:grpSpPr>
          <a:xfrm flipH="1" flipV="1">
            <a:off x="8870950" y="0"/>
            <a:ext cx="1035050" cy="1100560"/>
            <a:chOff x="0" y="-9529"/>
            <a:chExt cx="1035050" cy="1100560"/>
          </a:xfrm>
        </p:grpSpPr>
        <p:sp>
          <p:nvSpPr>
            <p:cNvPr id="39" name="직각 삼각형 38">
              <a:extLst>
                <a:ext uri="{FF2B5EF4-FFF2-40B4-BE49-F238E27FC236}">
                  <a16:creationId xmlns:a16="http://schemas.microsoft.com/office/drawing/2014/main" id="{9DE0570A-313F-42AF-8CF9-9268450FEE25}"/>
                </a:ext>
              </a:extLst>
            </p:cNvPr>
            <p:cNvSpPr/>
            <p:nvPr/>
          </p:nvSpPr>
          <p:spPr>
            <a:xfrm flipV="1">
              <a:off x="1" y="-9527"/>
              <a:ext cx="619125" cy="1100558"/>
            </a:xfrm>
            <a:prstGeom prst="rtTriangle">
              <a:avLst/>
            </a:prstGeom>
            <a:solidFill>
              <a:schemeClr val="bg1">
                <a:alpha val="8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  <a:latin typeface="KoPub돋움체 Medium" panose="00000600000000000000" pitchFamily="2" charset="-127"/>
              </a:endParaRPr>
            </a:p>
          </p:txBody>
        </p:sp>
        <p:sp>
          <p:nvSpPr>
            <p:cNvPr id="40" name="직각 삼각형 39">
              <a:extLst>
                <a:ext uri="{FF2B5EF4-FFF2-40B4-BE49-F238E27FC236}">
                  <a16:creationId xmlns:a16="http://schemas.microsoft.com/office/drawing/2014/main" id="{6A63526D-69B9-49C5-A448-A72C78D42F88}"/>
                </a:ext>
              </a:extLst>
            </p:cNvPr>
            <p:cNvSpPr/>
            <p:nvPr/>
          </p:nvSpPr>
          <p:spPr>
            <a:xfrm flipV="1">
              <a:off x="0" y="-9529"/>
              <a:ext cx="1035050" cy="517528"/>
            </a:xfrm>
            <a:prstGeom prst="rtTriangle">
              <a:avLst/>
            </a:prstGeom>
            <a:solidFill>
              <a:srgbClr val="64D2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dirty="0">
                <a:latin typeface="KoPub돋움체 Medium" panose="00000600000000000000" pitchFamily="2" charset="-127"/>
              </a:endParaRPr>
            </a:p>
          </p:txBody>
        </p:sp>
      </p:grpSp>
      <p:sp>
        <p:nvSpPr>
          <p:cNvPr id="41" name="직사각형 15">
            <a:extLst>
              <a:ext uri="{FF2B5EF4-FFF2-40B4-BE49-F238E27FC236}">
                <a16:creationId xmlns:a16="http://schemas.microsoft.com/office/drawing/2014/main" id="{4F1EE924-5368-4D17-B572-50719D903F1B}"/>
              </a:ext>
            </a:extLst>
          </p:cNvPr>
          <p:cNvSpPr/>
          <p:nvPr userDrawn="1"/>
        </p:nvSpPr>
        <p:spPr>
          <a:xfrm flipH="1" flipV="1">
            <a:off x="-764" y="1096090"/>
            <a:ext cx="9906764" cy="50759"/>
          </a:xfrm>
          <a:prstGeom prst="rect">
            <a:avLst/>
          </a:prstGeom>
          <a:solidFill>
            <a:srgbClr val="135091"/>
          </a:solidFill>
          <a:ln>
            <a:noFill/>
          </a:ln>
        </p:spPr>
        <p:txBody>
          <a:bodyPr vert="horz" wrap="square" lIns="99569" tIns="49785" rIns="99569" bIns="49785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2" name="평행 사변형 41">
            <a:extLst>
              <a:ext uri="{FF2B5EF4-FFF2-40B4-BE49-F238E27FC236}">
                <a16:creationId xmlns:a16="http://schemas.microsoft.com/office/drawing/2014/main" id="{480E2BF7-179E-4DA4-BF25-128027F19359}"/>
              </a:ext>
            </a:extLst>
          </p:cNvPr>
          <p:cNvSpPr/>
          <p:nvPr userDrawn="1"/>
        </p:nvSpPr>
        <p:spPr>
          <a:xfrm>
            <a:off x="352425" y="368300"/>
            <a:ext cx="559595" cy="319088"/>
          </a:xfrm>
          <a:prstGeom prst="parallelogram">
            <a:avLst>
              <a:gd name="adj" fmla="val 29114"/>
            </a:avLst>
          </a:prstGeom>
          <a:solidFill>
            <a:schemeClr val="bg1"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</a:endParaRPr>
          </a:p>
        </p:txBody>
      </p:sp>
      <p:sp>
        <p:nvSpPr>
          <p:cNvPr id="43" name="직각 삼각형 52">
            <a:extLst>
              <a:ext uri="{FF2B5EF4-FFF2-40B4-BE49-F238E27FC236}">
                <a16:creationId xmlns:a16="http://schemas.microsoft.com/office/drawing/2014/main" id="{F2B3AA83-CF7A-4036-8B3C-D223E21ECE64}"/>
              </a:ext>
            </a:extLst>
          </p:cNvPr>
          <p:cNvSpPr/>
          <p:nvPr userDrawn="1"/>
        </p:nvSpPr>
        <p:spPr>
          <a:xfrm rot="5400000">
            <a:off x="72060" y="161304"/>
            <a:ext cx="1116332" cy="793725"/>
          </a:xfrm>
          <a:custGeom>
            <a:avLst/>
            <a:gdLst>
              <a:gd name="connsiteX0" fmla="*/ 0 w 491613"/>
              <a:gd name="connsiteY0" fmla="*/ 491613 h 491613"/>
              <a:gd name="connsiteX1" fmla="*/ 0 w 491613"/>
              <a:gd name="connsiteY1" fmla="*/ 0 h 491613"/>
              <a:gd name="connsiteX2" fmla="*/ 491613 w 491613"/>
              <a:gd name="connsiteY2" fmla="*/ 491613 h 491613"/>
              <a:gd name="connsiteX3" fmla="*/ 0 w 491613"/>
              <a:gd name="connsiteY3" fmla="*/ 491613 h 491613"/>
              <a:gd name="connsiteX0" fmla="*/ 0 w 1101213"/>
              <a:gd name="connsiteY0" fmla="*/ 491613 h 785528"/>
              <a:gd name="connsiteX1" fmla="*/ 0 w 1101213"/>
              <a:gd name="connsiteY1" fmla="*/ 0 h 785528"/>
              <a:gd name="connsiteX2" fmla="*/ 1101213 w 1101213"/>
              <a:gd name="connsiteY2" fmla="*/ 785528 h 785528"/>
              <a:gd name="connsiteX3" fmla="*/ 0 w 1101213"/>
              <a:gd name="connsiteY3" fmla="*/ 491613 h 785528"/>
              <a:gd name="connsiteX0" fmla="*/ 0 w 1105934"/>
              <a:gd name="connsiteY0" fmla="*/ 491613 h 820403"/>
              <a:gd name="connsiteX1" fmla="*/ 0 w 1105934"/>
              <a:gd name="connsiteY1" fmla="*/ 0 h 820403"/>
              <a:gd name="connsiteX2" fmla="*/ 1105934 w 1105934"/>
              <a:gd name="connsiteY2" fmla="*/ 820403 h 820403"/>
              <a:gd name="connsiteX3" fmla="*/ 0 w 1105934"/>
              <a:gd name="connsiteY3" fmla="*/ 491613 h 820403"/>
              <a:gd name="connsiteX0" fmla="*/ 0 w 1105934"/>
              <a:gd name="connsiteY0" fmla="*/ 491613 h 830368"/>
              <a:gd name="connsiteX1" fmla="*/ 0 w 1105934"/>
              <a:gd name="connsiteY1" fmla="*/ 0 h 830368"/>
              <a:gd name="connsiteX2" fmla="*/ 1105934 w 1105934"/>
              <a:gd name="connsiteY2" fmla="*/ 830368 h 830368"/>
              <a:gd name="connsiteX3" fmla="*/ 0 w 1105934"/>
              <a:gd name="connsiteY3" fmla="*/ 491613 h 830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5934" h="830368">
                <a:moveTo>
                  <a:pt x="0" y="491613"/>
                </a:moveTo>
                <a:lnTo>
                  <a:pt x="0" y="0"/>
                </a:lnTo>
                <a:lnTo>
                  <a:pt x="1105934" y="830368"/>
                </a:lnTo>
                <a:lnTo>
                  <a:pt x="0" y="491613"/>
                </a:lnTo>
                <a:close/>
              </a:path>
            </a:pathLst>
          </a:cu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KoPub돋움체 Bold" panose="02020603020101020101" pitchFamily="18" charset="-127"/>
              <a:cs typeface="+mn-cs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7E1C6121-7626-46D2-9D67-DF30B4DF7F37}"/>
              </a:ext>
            </a:extLst>
          </p:cNvPr>
          <p:cNvGrpSpPr/>
          <p:nvPr userDrawn="1"/>
        </p:nvGrpSpPr>
        <p:grpSpPr>
          <a:xfrm>
            <a:off x="-862718" y="0"/>
            <a:ext cx="722102" cy="6104966"/>
            <a:chOff x="-1436894" y="-623089"/>
            <a:chExt cx="1035570" cy="8652332"/>
          </a:xfrm>
        </p:grpSpPr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4A92FD8A-B4E2-4A32-81EB-95EBC5FD1E7A}"/>
                </a:ext>
              </a:extLst>
            </p:cNvPr>
            <p:cNvGrpSpPr/>
            <p:nvPr/>
          </p:nvGrpSpPr>
          <p:grpSpPr>
            <a:xfrm>
              <a:off x="-1436894" y="-623089"/>
              <a:ext cx="1035570" cy="1932582"/>
              <a:chOff x="1698105" y="2663569"/>
              <a:chExt cx="1035570" cy="1932582"/>
            </a:xfrm>
          </p:grpSpPr>
          <p:sp>
            <p:nvSpPr>
              <p:cNvPr id="73" name="AutoShape 96">
                <a:extLst>
                  <a:ext uri="{FF2B5EF4-FFF2-40B4-BE49-F238E27FC236}">
                    <a16:creationId xmlns:a16="http://schemas.microsoft.com/office/drawing/2014/main" id="{1C047983-7BCB-4E80-AA36-6254EFF8D6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3169911"/>
                <a:ext cx="1035570" cy="188599"/>
              </a:xfrm>
              <a:prstGeom prst="rect">
                <a:avLst/>
              </a:prstGeom>
              <a:solidFill>
                <a:srgbClr val="AAE6FF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algn="ctr" eaLnBrk="0" hangingPunct="0"/>
                <a:r>
                  <a:rPr kumimoji="1" lang="en-US" altLang="ko-KR" sz="700" b="1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170,230,255</a:t>
                </a:r>
                <a:endParaRPr kumimoji="1" lang="ko-KR" altLang="en-US" sz="700" b="1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74" name="AutoShape 97">
                <a:extLst>
                  <a:ext uri="{FF2B5EF4-FFF2-40B4-BE49-F238E27FC236}">
                    <a16:creationId xmlns:a16="http://schemas.microsoft.com/office/drawing/2014/main" id="{CBEAAD48-6BE1-4777-8655-37884C77C1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3663977"/>
                <a:ext cx="1035570" cy="189793"/>
              </a:xfrm>
              <a:prstGeom prst="rect">
                <a:avLst/>
              </a:prstGeom>
              <a:solidFill>
                <a:srgbClr val="1EB4F5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lvl="0" algn="ctr"/>
                <a:r>
                  <a:rPr lang="en-US" altLang="ko-KR" sz="70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30,180,245</a:t>
                </a:r>
                <a:endParaRPr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75" name="AutoShape 98">
                <a:extLst>
                  <a:ext uri="{FF2B5EF4-FFF2-40B4-BE49-F238E27FC236}">
                    <a16:creationId xmlns:a16="http://schemas.microsoft.com/office/drawing/2014/main" id="{19D8DBEB-FAC9-48D2-91E3-3288D0D9F3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3416517"/>
                <a:ext cx="1035570" cy="189793"/>
              </a:xfrm>
              <a:prstGeom prst="rect">
                <a:avLst/>
              </a:prstGeom>
              <a:solidFill>
                <a:srgbClr val="64D2FF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algn="ctr" eaLnBrk="0" hangingPunct="0"/>
                <a:r>
                  <a:rPr kumimoji="1" lang="en-US" altLang="ko-KR" sz="700" b="1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100,210,255</a:t>
                </a:r>
                <a:endParaRPr kumimoji="1" lang="ko-KR" altLang="en-US" sz="700" b="1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76" name="AutoShape 115">
                <a:extLst>
                  <a:ext uri="{FF2B5EF4-FFF2-40B4-BE49-F238E27FC236}">
                    <a16:creationId xmlns:a16="http://schemas.microsoft.com/office/drawing/2014/main" id="{130014DB-3441-46CF-ABA5-AA31A6200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2923985"/>
                <a:ext cx="1035570" cy="188599"/>
              </a:xfrm>
              <a:prstGeom prst="rect">
                <a:avLst/>
              </a:prstGeom>
              <a:solidFill>
                <a:srgbClr val="D2F0FF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lvl="0" algn="ctr"/>
                <a:r>
                  <a:rPr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210,240,255</a:t>
                </a:r>
                <a:endParaRPr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77" name="AutoShape 106">
                <a:extLst>
                  <a:ext uri="{FF2B5EF4-FFF2-40B4-BE49-F238E27FC236}">
                    <a16:creationId xmlns:a16="http://schemas.microsoft.com/office/drawing/2014/main" id="{122D9D59-85EC-47EE-9038-8C8779BC1F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3911438"/>
                <a:ext cx="1035570" cy="189793"/>
              </a:xfrm>
              <a:prstGeom prst="rect">
                <a:avLst/>
              </a:prstGeom>
              <a:solidFill>
                <a:srgbClr val="1482CD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lvl="0" algn="ctr"/>
                <a:r>
                  <a:rPr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20,130,205</a:t>
                </a:r>
                <a:endParaRPr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78" name="AutoShape 110">
                <a:extLst>
                  <a:ext uri="{FF2B5EF4-FFF2-40B4-BE49-F238E27FC236}">
                    <a16:creationId xmlns:a16="http://schemas.microsoft.com/office/drawing/2014/main" id="{AB92E7A9-B350-4371-BA7E-B1746838D8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4158897"/>
                <a:ext cx="1035570" cy="189793"/>
              </a:xfrm>
              <a:prstGeom prst="rect">
                <a:avLst/>
              </a:prstGeom>
              <a:solidFill>
                <a:srgbClr val="135091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lvl="0" algn="ctr"/>
                <a:r>
                  <a:rPr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19,80,145</a:t>
                </a:r>
                <a:endParaRPr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79" name="AutoShape 110">
                <a:extLst>
                  <a:ext uri="{FF2B5EF4-FFF2-40B4-BE49-F238E27FC236}">
                    <a16:creationId xmlns:a16="http://schemas.microsoft.com/office/drawing/2014/main" id="{DEB65565-A8DB-4C55-BADE-2A374711A5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4406358"/>
                <a:ext cx="1035570" cy="189793"/>
              </a:xfrm>
              <a:prstGeom prst="rect">
                <a:avLst/>
              </a:prstGeom>
              <a:solidFill>
                <a:srgbClr val="113C6E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17,60,110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80" name="AutoShape 110">
                <a:extLst>
                  <a:ext uri="{FF2B5EF4-FFF2-40B4-BE49-F238E27FC236}">
                    <a16:creationId xmlns:a16="http://schemas.microsoft.com/office/drawing/2014/main" id="{BD6C07FC-0ED3-4966-9262-B29B37CB1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2663569"/>
                <a:ext cx="1035570" cy="189793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0072BA"/>
                </a:solidFill>
              </a:ln>
            </p:spPr>
            <p:txBody>
              <a:bodyPr wrap="square" lIns="0" tIns="0" rIns="0" bIns="0" anchor="ctr">
                <a:noAutofit/>
              </a:bodyPr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lvl="0" algn="ctr"/>
                <a:r>
                  <a:rPr lang="ko-KR" altLang="en-US" sz="700" dirty="0">
                    <a:ln w="6350"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rgbClr val="13509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글씨색 </a:t>
                </a:r>
                <a:r>
                  <a:rPr lang="en-US" altLang="ko-KR" sz="700" dirty="0">
                    <a:ln w="6350"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rgbClr val="13509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19,80,145</a:t>
                </a:r>
                <a:endParaRPr lang="ko-KR" altLang="en-US" sz="700" dirty="0">
                  <a:ln w="6350">
                    <a:solidFill>
                      <a:srgbClr val="0072BA">
                        <a:alpha val="0"/>
                      </a:srgbClr>
                    </a:solidFill>
                  </a:ln>
                  <a:solidFill>
                    <a:srgbClr val="13509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5854745A-AFB3-4442-B464-E588C2D62869}"/>
                </a:ext>
              </a:extLst>
            </p:cNvPr>
            <p:cNvGrpSpPr/>
            <p:nvPr/>
          </p:nvGrpSpPr>
          <p:grpSpPr>
            <a:xfrm>
              <a:off x="-1436894" y="3857143"/>
              <a:ext cx="1035570" cy="1932582"/>
              <a:chOff x="523875" y="2663569"/>
              <a:chExt cx="1035570" cy="1932582"/>
            </a:xfrm>
          </p:grpSpPr>
          <p:sp>
            <p:nvSpPr>
              <p:cNvPr id="65" name="AutoShape 96">
                <a:extLst>
                  <a:ext uri="{FF2B5EF4-FFF2-40B4-BE49-F238E27FC236}">
                    <a16:creationId xmlns:a16="http://schemas.microsoft.com/office/drawing/2014/main" id="{DAACDF1F-4125-4C28-9952-450008612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3170251"/>
                <a:ext cx="1035570" cy="188599"/>
              </a:xfrm>
              <a:prstGeom prst="rect">
                <a:avLst/>
              </a:prstGeom>
              <a:solidFill>
                <a:srgbClr val="FFB4B4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lvl="0" algn="ctr" eaLnBrk="0" hangingPunct="0"/>
                <a:r>
                  <a:rPr kumimoji="1"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255,180,180</a:t>
                </a:r>
                <a:endParaRPr kumimoji="1"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66" name="AutoShape 97">
                <a:extLst>
                  <a:ext uri="{FF2B5EF4-FFF2-40B4-BE49-F238E27FC236}">
                    <a16:creationId xmlns:a16="http://schemas.microsoft.com/office/drawing/2014/main" id="{EF72BE89-DAD9-451D-B068-275B33B7B2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3663977"/>
                <a:ext cx="1035570" cy="189793"/>
              </a:xfrm>
              <a:prstGeom prst="rect">
                <a:avLst/>
              </a:prstGeom>
              <a:solidFill>
                <a:srgbClr val="FF5A5A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lvl="0" algn="ctr" eaLnBrk="0" hangingPunct="0"/>
                <a:r>
                  <a:rPr kumimoji="1" lang="en-US" altLang="ko-KR" sz="700" b="1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255,90,90</a:t>
                </a:r>
                <a:endParaRPr kumimoji="1" lang="ko-KR" altLang="en-US" sz="700" b="1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67" name="AutoShape 98">
                <a:extLst>
                  <a:ext uri="{FF2B5EF4-FFF2-40B4-BE49-F238E27FC236}">
                    <a16:creationId xmlns:a16="http://schemas.microsoft.com/office/drawing/2014/main" id="{A0059AAC-22AF-497F-8B0A-01E96B1F83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3416517"/>
                <a:ext cx="1035570" cy="189793"/>
              </a:xfrm>
              <a:prstGeom prst="rect">
                <a:avLst/>
              </a:prstGeom>
              <a:solidFill>
                <a:srgbClr val="FF8C8C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lvl="0" algn="ctr" eaLnBrk="0" hangingPunct="0"/>
                <a:r>
                  <a:rPr kumimoji="1"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255,140,140</a:t>
                </a:r>
                <a:endParaRPr kumimoji="1"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68" name="AutoShape 115">
                <a:extLst>
                  <a:ext uri="{FF2B5EF4-FFF2-40B4-BE49-F238E27FC236}">
                    <a16:creationId xmlns:a16="http://schemas.microsoft.com/office/drawing/2014/main" id="{A65DBDCD-1135-4724-9268-949424EE21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2923985"/>
                <a:ext cx="1035570" cy="188599"/>
              </a:xfrm>
              <a:prstGeom prst="rect">
                <a:avLst/>
              </a:prstGeom>
              <a:solidFill>
                <a:srgbClr val="FFDCDC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marL="0" lvl="0" algn="ctr" defTabSz="457200" rtl="0" eaLnBrk="0" latinLnBrk="0" hangingPunct="0"/>
                <a:r>
                  <a:rPr kumimoji="1" lang="en-US" altLang="ko-KR" sz="700" b="1" kern="12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+mn-cs"/>
                  </a:rPr>
                  <a:t>255,220,220</a:t>
                </a:r>
                <a:endParaRPr kumimoji="1" lang="ko-KR" altLang="en-US" sz="700" b="1" kern="12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endParaRPr>
              </a:p>
            </p:txBody>
          </p:sp>
          <p:sp>
            <p:nvSpPr>
              <p:cNvPr id="69" name="AutoShape 106">
                <a:extLst>
                  <a:ext uri="{FF2B5EF4-FFF2-40B4-BE49-F238E27FC236}">
                    <a16:creationId xmlns:a16="http://schemas.microsoft.com/office/drawing/2014/main" id="{16E739AD-C334-4DB4-AFE7-A539083DDD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3911438"/>
                <a:ext cx="1035570" cy="189793"/>
              </a:xfrm>
              <a:prstGeom prst="rect">
                <a:avLst/>
              </a:prstGeom>
              <a:solidFill>
                <a:srgbClr val="FF1E28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lvl="0" algn="ctr" eaLnBrk="0" hangingPunct="0"/>
                <a:r>
                  <a:rPr kumimoji="1" lang="en-US" altLang="ko-KR" sz="700" b="1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255,30,40</a:t>
                </a:r>
                <a:endParaRPr kumimoji="1" lang="ko-KR" altLang="en-US" sz="700" b="1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70" name="AutoShape 110">
                <a:extLst>
                  <a:ext uri="{FF2B5EF4-FFF2-40B4-BE49-F238E27FC236}">
                    <a16:creationId xmlns:a16="http://schemas.microsoft.com/office/drawing/2014/main" id="{105C820D-EF5F-4998-A7A8-1A54D3AC90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4158897"/>
                <a:ext cx="1035570" cy="189793"/>
              </a:xfrm>
              <a:prstGeom prst="rect">
                <a:avLst/>
              </a:prstGeom>
              <a:solidFill>
                <a:srgbClr val="FF0A0A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lvl="0" algn="ctr" eaLnBrk="0" hangingPunct="0"/>
                <a:r>
                  <a:rPr kumimoji="1" lang="en-US" altLang="ko-KR" sz="700" b="1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255,10,10</a:t>
                </a:r>
                <a:endParaRPr kumimoji="1" lang="ko-KR" altLang="en-US" sz="700" b="1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71" name="AutoShape 110">
                <a:extLst>
                  <a:ext uri="{FF2B5EF4-FFF2-40B4-BE49-F238E27FC236}">
                    <a16:creationId xmlns:a16="http://schemas.microsoft.com/office/drawing/2014/main" id="{1F1912A3-1B38-4E57-B969-7610A6825B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4406358"/>
                <a:ext cx="1035570" cy="189793"/>
              </a:xfrm>
              <a:prstGeom prst="rect">
                <a:avLst/>
              </a:prstGeom>
              <a:solidFill>
                <a:srgbClr val="E60012"/>
              </a:solidFill>
              <a:ln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230,0,18 </a:t>
                </a:r>
                <a:r>
                  <a:rPr lang="en-US" altLang="ko-KR" sz="3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(</a:t>
                </a:r>
                <a:r>
                  <a:rPr lang="en-US" altLang="ko-KR" sz="300" b="0" dirty="0" err="1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ActivoRED</a:t>
                </a:r>
                <a:r>
                  <a:rPr lang="en-US" altLang="ko-KR" sz="3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)</a:t>
                </a:r>
                <a:endParaRPr lang="ko-KR" altLang="en-US" sz="3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72" name="AutoShape 110">
                <a:extLst>
                  <a:ext uri="{FF2B5EF4-FFF2-40B4-BE49-F238E27FC236}">
                    <a16:creationId xmlns:a16="http://schemas.microsoft.com/office/drawing/2014/main" id="{90D88AD2-E0AF-437D-ABDB-7B076B916F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2663569"/>
                <a:ext cx="1035570" cy="189793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E60012"/>
                </a:solidFill>
              </a:ln>
            </p:spPr>
            <p:txBody>
              <a:bodyPr wrap="square" lIns="0" tIns="0" rIns="0" bIns="0" anchor="ctr">
                <a:noAutofit/>
              </a:bodyPr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lvl="0" algn="ctr"/>
                <a:r>
                  <a:rPr lang="ko-KR" altLang="en-US" sz="700" dirty="0">
                    <a:ln w="12700"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rgbClr val="E60012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글씨색 </a:t>
                </a:r>
                <a:r>
                  <a:rPr lang="en-US" altLang="ko-KR" sz="700" dirty="0">
                    <a:ln w="12700"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rgbClr val="E60012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230,0,18</a:t>
                </a:r>
              </a:p>
            </p:txBody>
          </p:sp>
        </p:grp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549E51A3-96FD-4150-BB65-D46305953D5E}"/>
                </a:ext>
              </a:extLst>
            </p:cNvPr>
            <p:cNvGrpSpPr/>
            <p:nvPr/>
          </p:nvGrpSpPr>
          <p:grpSpPr>
            <a:xfrm>
              <a:off x="-1436894" y="6097855"/>
              <a:ext cx="1035570" cy="1931388"/>
              <a:chOff x="523875" y="4640861"/>
              <a:chExt cx="1035570" cy="1931388"/>
            </a:xfrm>
          </p:grpSpPr>
          <p:sp>
            <p:nvSpPr>
              <p:cNvPr id="57" name="AutoShape 89">
                <a:extLst>
                  <a:ext uri="{FF2B5EF4-FFF2-40B4-BE49-F238E27FC236}">
                    <a16:creationId xmlns:a16="http://schemas.microsoft.com/office/drawing/2014/main" id="{A377D140-7670-4E19-97B5-B041830AB6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4899913"/>
                <a:ext cx="1035570" cy="188599"/>
              </a:xfrm>
              <a:prstGeom prst="rect">
                <a:avLst/>
              </a:prstGeom>
              <a:solidFill>
                <a:srgbClr val="EBE1F5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235,225,245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58" name="AutoShape 90">
                <a:extLst>
                  <a:ext uri="{FF2B5EF4-FFF2-40B4-BE49-F238E27FC236}">
                    <a16:creationId xmlns:a16="http://schemas.microsoft.com/office/drawing/2014/main" id="{28453F45-1852-46ED-9422-7FCCAE491B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5393299"/>
                <a:ext cx="1035570" cy="189793"/>
              </a:xfrm>
              <a:prstGeom prst="rect">
                <a:avLst/>
              </a:prstGeom>
              <a:solidFill>
                <a:srgbClr val="C8B4E6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lvl="0" algn="ctr" eaLnBrk="0" hangingPunct="0"/>
                <a:r>
                  <a:rPr kumimoji="1"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200,180,230</a:t>
                </a:r>
                <a:endParaRPr kumimoji="1"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59" name="AutoShape 91">
                <a:extLst>
                  <a:ext uri="{FF2B5EF4-FFF2-40B4-BE49-F238E27FC236}">
                    <a16:creationId xmlns:a16="http://schemas.microsoft.com/office/drawing/2014/main" id="{809A5085-4809-4C6E-A95C-B24C4918D4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5146009"/>
                <a:ext cx="1035570" cy="189793"/>
              </a:xfrm>
              <a:prstGeom prst="rect">
                <a:avLst/>
              </a:prstGeom>
              <a:solidFill>
                <a:srgbClr val="DCC8EB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 eaLnBrk="0" hangingPunct="0"/>
                <a:r>
                  <a:rPr kumimoji="1"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tx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220,200,235</a:t>
                </a:r>
                <a:endParaRPr kumimoji="1"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tx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60" name="AutoShape 92">
                <a:extLst>
                  <a:ext uri="{FF2B5EF4-FFF2-40B4-BE49-F238E27FC236}">
                    <a16:creationId xmlns:a16="http://schemas.microsoft.com/office/drawing/2014/main" id="{05D17B3F-259B-4B00-8E4B-8D0386E135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5640589"/>
                <a:ext cx="1035570" cy="189793"/>
              </a:xfrm>
              <a:prstGeom prst="rect">
                <a:avLst/>
              </a:prstGeom>
              <a:solidFill>
                <a:srgbClr val="A57DCD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r>
                  <a:rPr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165,125,205</a:t>
                </a:r>
                <a:endParaRPr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61" name="AutoShape 108">
                <a:extLst>
                  <a:ext uri="{FF2B5EF4-FFF2-40B4-BE49-F238E27FC236}">
                    <a16:creationId xmlns:a16="http://schemas.microsoft.com/office/drawing/2014/main" id="{AEF5D3BE-F6AA-4E6E-8E35-3847F85533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5887879"/>
                <a:ext cx="1035570" cy="189793"/>
              </a:xfrm>
              <a:prstGeom prst="rect">
                <a:avLst/>
              </a:prstGeom>
              <a:solidFill>
                <a:srgbClr val="8C50BE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140,80,190</a:t>
                </a:r>
                <a:endParaRPr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62" name="AutoShape 112">
                <a:extLst>
                  <a:ext uri="{FF2B5EF4-FFF2-40B4-BE49-F238E27FC236}">
                    <a16:creationId xmlns:a16="http://schemas.microsoft.com/office/drawing/2014/main" id="{974FC2FA-C375-4E70-ADDB-B013BD8AE2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6135169"/>
                <a:ext cx="1035570" cy="189793"/>
              </a:xfrm>
              <a:prstGeom prst="rect">
                <a:avLst/>
              </a:prstGeom>
              <a:solidFill>
                <a:srgbClr val="6405A5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100,5,165</a:t>
                </a:r>
                <a:endParaRPr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63" name="AutoShape 112">
                <a:extLst>
                  <a:ext uri="{FF2B5EF4-FFF2-40B4-BE49-F238E27FC236}">
                    <a16:creationId xmlns:a16="http://schemas.microsoft.com/office/drawing/2014/main" id="{63CCFE67-5143-465F-BD02-D77227FD75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6382456"/>
                <a:ext cx="1035570" cy="189793"/>
              </a:xfrm>
              <a:prstGeom prst="rect">
                <a:avLst/>
              </a:prstGeom>
              <a:solidFill>
                <a:srgbClr val="5A008C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90,0,140</a:t>
                </a:r>
                <a:endParaRPr lang="ko-KR" altLang="en-US" sz="70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64" name="AutoShape 113">
                <a:extLst>
                  <a:ext uri="{FF2B5EF4-FFF2-40B4-BE49-F238E27FC236}">
                    <a16:creationId xmlns:a16="http://schemas.microsoft.com/office/drawing/2014/main" id="{C7163EAE-2FDD-4D75-92DC-99EA7FBF6C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875" y="4640861"/>
                <a:ext cx="1035570" cy="1886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CAAED7"/>
                </a:solidFill>
                <a:round/>
                <a:headEnd/>
                <a:tailEnd/>
              </a:ln>
              <a:effectLst/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ko-KR" altLang="en-US" sz="700" b="0" dirty="0">
                    <a:ln w="6350"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rgbClr val="5A008C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글씨색 </a:t>
                </a:r>
                <a:r>
                  <a:rPr lang="en-US" altLang="ko-KR" sz="700" b="0" dirty="0">
                    <a:ln w="6350"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rgbClr val="5A008C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90,0,140</a:t>
                </a:r>
                <a:endParaRPr lang="ko-KR" altLang="en-US" sz="700" b="0" dirty="0">
                  <a:ln w="6350">
                    <a:solidFill>
                      <a:srgbClr val="0072BA">
                        <a:alpha val="0"/>
                      </a:srgbClr>
                    </a:solidFill>
                  </a:ln>
                  <a:solidFill>
                    <a:srgbClr val="5A008C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2A118CE0-F8E8-43BA-B0D6-7F68E16363AA}"/>
                </a:ext>
              </a:extLst>
            </p:cNvPr>
            <p:cNvGrpSpPr/>
            <p:nvPr/>
          </p:nvGrpSpPr>
          <p:grpSpPr>
            <a:xfrm>
              <a:off x="-1436894" y="1617624"/>
              <a:ext cx="1035570" cy="1931388"/>
              <a:chOff x="1698105" y="4640861"/>
              <a:chExt cx="1035570" cy="1931388"/>
            </a:xfrm>
          </p:grpSpPr>
          <p:sp>
            <p:nvSpPr>
              <p:cNvPr id="49" name="AutoShape 89">
                <a:extLst>
                  <a:ext uri="{FF2B5EF4-FFF2-40B4-BE49-F238E27FC236}">
                    <a16:creationId xmlns:a16="http://schemas.microsoft.com/office/drawing/2014/main" id="{B7EA5BD8-1224-47BD-A67B-2F30BB52F6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4899913"/>
                <a:ext cx="1035570" cy="188599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230,230,230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50" name="AutoShape 90">
                <a:extLst>
                  <a:ext uri="{FF2B5EF4-FFF2-40B4-BE49-F238E27FC236}">
                    <a16:creationId xmlns:a16="http://schemas.microsoft.com/office/drawing/2014/main" id="{3256CE50-256C-43B2-B788-7F9456D809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5393299"/>
                <a:ext cx="1035570" cy="189793"/>
              </a:xfrm>
              <a:prstGeom prst="rect">
                <a:avLst/>
              </a:prstGeom>
              <a:solidFill>
                <a:srgbClr val="AAAA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170,170,170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51" name="AutoShape 91">
                <a:extLst>
                  <a:ext uri="{FF2B5EF4-FFF2-40B4-BE49-F238E27FC236}">
                    <a16:creationId xmlns:a16="http://schemas.microsoft.com/office/drawing/2014/main" id="{D23599F0-953E-4390-8FF4-B73FE9C8B4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5146009"/>
                <a:ext cx="1035570" cy="189793"/>
              </a:xfrm>
              <a:prstGeom prst="rect">
                <a:avLst/>
              </a:prstGeom>
              <a:solidFill>
                <a:srgbClr val="D2D2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210,210,210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52" name="AutoShape 92">
                <a:extLst>
                  <a:ext uri="{FF2B5EF4-FFF2-40B4-BE49-F238E27FC236}">
                    <a16:creationId xmlns:a16="http://schemas.microsoft.com/office/drawing/2014/main" id="{3CAF3022-0DA6-4F14-8839-6E7F180D35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5640589"/>
                <a:ext cx="1035570" cy="189793"/>
              </a:xfrm>
              <a:prstGeom prst="rect">
                <a:avLst/>
              </a:prstGeom>
              <a:solidFill>
                <a:srgbClr val="8282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130,130,130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53" name="AutoShape 108">
                <a:extLst>
                  <a:ext uri="{FF2B5EF4-FFF2-40B4-BE49-F238E27FC236}">
                    <a16:creationId xmlns:a16="http://schemas.microsoft.com/office/drawing/2014/main" id="{01D13FB7-2770-4B3D-AC56-675305E68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5887879"/>
                <a:ext cx="1035570" cy="189793"/>
              </a:xfrm>
              <a:prstGeom prst="rect">
                <a:avLst/>
              </a:prstGeom>
              <a:solidFill>
                <a:srgbClr val="5A5A5A"/>
              </a:solidFill>
              <a:ln>
                <a:noFill/>
              </a:ln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90,90,90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54" name="AutoShape 112">
                <a:extLst>
                  <a:ext uri="{FF2B5EF4-FFF2-40B4-BE49-F238E27FC236}">
                    <a16:creationId xmlns:a16="http://schemas.microsoft.com/office/drawing/2014/main" id="{A27D1412-0AEB-4E9F-AE81-32AA8DC600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6135169"/>
                <a:ext cx="1035570" cy="189793"/>
              </a:xfrm>
              <a:prstGeom prst="rect">
                <a:avLst/>
              </a:prstGeom>
              <a:solidFill>
                <a:srgbClr val="464646"/>
              </a:solidFill>
              <a:ln>
                <a:noFill/>
              </a:ln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70,70,70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55" name="AutoShape 112">
                <a:extLst>
                  <a:ext uri="{FF2B5EF4-FFF2-40B4-BE49-F238E27FC236}">
                    <a16:creationId xmlns:a16="http://schemas.microsoft.com/office/drawing/2014/main" id="{6BE72746-0925-419C-9F04-7F1CA4961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6382456"/>
                <a:ext cx="1035570" cy="189793"/>
              </a:xfrm>
              <a:prstGeom prst="rect">
                <a:avLst/>
              </a:prstGeom>
              <a:solidFill>
                <a:srgbClr val="323232"/>
              </a:solidFill>
              <a:ln>
                <a:noFill/>
              </a:ln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en-US" altLang="ko-KR" sz="700" b="0" dirty="0">
                    <a:ln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50,50,50</a:t>
                </a:r>
                <a:endParaRPr lang="ko-KR" altLang="en-US" sz="700" b="0" dirty="0">
                  <a:ln>
                    <a:solidFill>
                      <a:srgbClr val="0072BA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56" name="AutoShape 113">
                <a:extLst>
                  <a:ext uri="{FF2B5EF4-FFF2-40B4-BE49-F238E27FC236}">
                    <a16:creationId xmlns:a16="http://schemas.microsoft.com/office/drawing/2014/main" id="{AFFA37C5-CC9D-40AB-80DB-89FEAA38B2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105" y="4640861"/>
                <a:ext cx="1035570" cy="1886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75000"/>
                  </a:schemeClr>
                </a:solidFill>
                <a:round/>
                <a:headEnd/>
                <a:tailEnd/>
              </a:ln>
              <a:effectLst/>
            </p:spPr>
            <p:txBody>
              <a:bodyPr wrap="square" lIns="0" tIns="0" rIns="0" bIns="0" anchor="ctr" anchorCtr="0"/>
              <a:lstStyle>
                <a:lvl1pPr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500" b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/>
                <a:r>
                  <a:rPr lang="ko-KR" altLang="en-US" sz="700" b="0" dirty="0">
                    <a:ln w="6350">
                      <a:solidFill>
                        <a:srgbClr val="0072BA">
                          <a:alpha val="0"/>
                        </a:srgbClr>
                      </a:solidFill>
                    </a:ln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글씨색 </a:t>
                </a:r>
                <a:r>
                  <a:rPr lang="en-US" altLang="ko-KR" sz="700" b="0" dirty="0">
                    <a:ln w="6350">
                      <a:solidFill>
                        <a:srgbClr val="0072BA">
                          <a:alpha val="0"/>
                        </a:srgbClr>
                      </a:solidFill>
                    </a:ln>
                    <a:solidFill>
                      <a:srgbClr val="323232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50,50,50</a:t>
                </a:r>
                <a:endParaRPr lang="ko-KR" altLang="en-US" sz="700" b="0" dirty="0">
                  <a:ln w="6350">
                    <a:solidFill>
                      <a:srgbClr val="0072BA">
                        <a:alpha val="0"/>
                      </a:srgb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</p:grpSp>
      </p:grpSp>
      <p:pic>
        <p:nvPicPr>
          <p:cNvPr id="2" name="Picture 2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65404" y="6495161"/>
            <a:ext cx="1143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177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  <p:sldLayoutId id="2147483698" r:id="rId22"/>
    <p:sldLayoutId id="2147483699" r:id="rId23"/>
    <p:sldLayoutId id="2147483700" r:id="rId24"/>
    <p:sldLayoutId id="2147483701" r:id="rId25"/>
    <p:sldLayoutId id="2147483702" r:id="rId26"/>
    <p:sldLayoutId id="2147483687" r:id="rId27"/>
    <p:sldLayoutId id="2147483666" r:id="rId28"/>
    <p:sldLayoutId id="2147483703" r:id="rId29"/>
    <p:sldLayoutId id="2147483704" r:id="rId30"/>
    <p:sldLayoutId id="2147483705" r:id="rId31"/>
    <p:sldLayoutId id="2147483706" r:id="rId32"/>
    <p:sldLayoutId id="2147483711" r:id="rId33"/>
    <p:sldLayoutId id="2147483707" r:id="rId34"/>
    <p:sldLayoutId id="2147483708" r:id="rId35"/>
    <p:sldLayoutId id="2147483709" r:id="rId36"/>
    <p:sldLayoutId id="2147483710" r:id="rId37"/>
  </p:sldLayoutIdLst>
  <p:txStyles>
    <p:titleStyle>
      <a:lvl1pPr algn="ctr" defTabSz="1532520" rtl="0" eaLnBrk="1" latinLnBrk="1" hangingPunct="1">
        <a:spcBef>
          <a:spcPct val="0"/>
        </a:spcBef>
        <a:buNone/>
        <a:defRPr sz="73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4693" indent="-574693" algn="l" defTabSz="1532520" rtl="0" eaLnBrk="1" latinLnBrk="1" hangingPunct="1">
        <a:spcBef>
          <a:spcPct val="20000"/>
        </a:spcBef>
        <a:buFont typeface="Arial" pitchFamily="34" charset="0"/>
        <a:buChar char="•"/>
        <a:defRPr sz="5441" kern="1200">
          <a:solidFill>
            <a:schemeClr val="tx1"/>
          </a:solidFill>
          <a:latin typeface="+mn-lt"/>
          <a:ea typeface="+mn-ea"/>
          <a:cs typeface="+mn-cs"/>
        </a:defRPr>
      </a:lvl1pPr>
      <a:lvl2pPr marL="1245174" indent="-478915" algn="l" defTabSz="1532520" rtl="0" eaLnBrk="1" latinLnBrk="1" hangingPunct="1">
        <a:spcBef>
          <a:spcPct val="20000"/>
        </a:spcBef>
        <a:buFont typeface="Arial" pitchFamily="34" charset="0"/>
        <a:buChar char="–"/>
        <a:defRPr sz="4640" kern="1200">
          <a:solidFill>
            <a:schemeClr val="tx1"/>
          </a:solidFill>
          <a:latin typeface="+mn-lt"/>
          <a:ea typeface="+mn-ea"/>
          <a:cs typeface="+mn-cs"/>
        </a:defRPr>
      </a:lvl2pPr>
      <a:lvl3pPr marL="1915651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2681912" indent="-383131" algn="l" defTabSz="1532520" rtl="0" eaLnBrk="1" latinLnBrk="1" hangingPunct="1">
        <a:spcBef>
          <a:spcPct val="20000"/>
        </a:spcBef>
        <a:buFont typeface="Arial" pitchFamily="34" charset="0"/>
        <a:buChar char="–"/>
        <a:defRPr sz="3360" kern="1200">
          <a:solidFill>
            <a:schemeClr val="tx1"/>
          </a:solidFill>
          <a:latin typeface="+mn-lt"/>
          <a:ea typeface="+mn-ea"/>
          <a:cs typeface="+mn-cs"/>
        </a:defRPr>
      </a:lvl4pPr>
      <a:lvl5pPr marL="3448171" indent="-383131" algn="l" defTabSz="1532520" rtl="0" eaLnBrk="1" latinLnBrk="1" hangingPunct="1">
        <a:spcBef>
          <a:spcPct val="20000"/>
        </a:spcBef>
        <a:buFont typeface="Arial" pitchFamily="34" charset="0"/>
        <a:buChar char="»"/>
        <a:defRPr sz="3360" kern="1200">
          <a:solidFill>
            <a:schemeClr val="tx1"/>
          </a:solidFill>
          <a:latin typeface="+mn-lt"/>
          <a:ea typeface="+mn-ea"/>
          <a:cs typeface="+mn-cs"/>
        </a:defRPr>
      </a:lvl5pPr>
      <a:lvl6pPr marL="4214430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6pPr>
      <a:lvl7pPr marL="4980694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7pPr>
      <a:lvl8pPr marL="5746952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8pPr>
      <a:lvl9pPr marL="6513214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1pPr>
      <a:lvl2pPr marL="76626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2pPr>
      <a:lvl3pPr marL="1532520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3pPr>
      <a:lvl4pPr marL="229878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4pPr>
      <a:lvl5pPr marL="306504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5pPr>
      <a:lvl6pPr marL="3831303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6pPr>
      <a:lvl7pPr marL="459756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7pPr>
      <a:lvl8pPr marL="5363822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8pPr>
      <a:lvl9pPr marL="6130083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4088" userDrawn="1">
          <p15:clr>
            <a:srgbClr val="F26B43"/>
          </p15:clr>
        </p15:guide>
        <p15:guide id="4" orient="horz" pos="232" userDrawn="1">
          <p15:clr>
            <a:srgbClr val="F26B43"/>
          </p15:clr>
        </p15:guide>
        <p15:guide id="5" pos="5910" userDrawn="1">
          <p15:clr>
            <a:srgbClr val="F26B43"/>
          </p15:clr>
        </p15:guide>
        <p15:guide id="7" pos="330" userDrawn="1">
          <p15:clr>
            <a:srgbClr val="F26B43"/>
          </p15:clr>
        </p15:guide>
        <p15:guide id="8" orient="horz" pos="436" userDrawn="1">
          <p15:clr>
            <a:srgbClr val="F26B43"/>
          </p15:clr>
        </p15:guide>
        <p15:guide id="9" pos="3120" userDrawn="1">
          <p15:clr>
            <a:srgbClr val="F26B43"/>
          </p15:clr>
        </p15:guide>
        <p15:guide id="12" orient="horz" pos="2160" userDrawn="1">
          <p15:clr>
            <a:srgbClr val="F26B43"/>
          </p15:clr>
        </p15:guide>
        <p15:guide id="14" orient="horz" pos="1003" userDrawn="1">
          <p15:clr>
            <a:srgbClr val="F26B43"/>
          </p15:clr>
        </p15:guide>
        <p15:guide id="17" orient="horz" pos="73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갈매기형 수장 165">
            <a:extLst>
              <a:ext uri="{FF2B5EF4-FFF2-40B4-BE49-F238E27FC236}">
                <a16:creationId xmlns:a16="http://schemas.microsoft.com/office/drawing/2014/main" id="{013B85CC-BE46-E9FB-D5BC-43D15EB59930}"/>
              </a:ext>
            </a:extLst>
          </p:cNvPr>
          <p:cNvSpPr>
            <a:spLocks/>
          </p:cNvSpPr>
          <p:nvPr/>
        </p:nvSpPr>
        <p:spPr>
          <a:xfrm>
            <a:off x="5298002" y="748145"/>
            <a:ext cx="2059881" cy="290664"/>
          </a:xfrm>
          <a:prstGeom prst="chevron">
            <a:avLst>
              <a:gd name="adj" fmla="val 52273"/>
            </a:avLst>
          </a:prstGeom>
          <a:solidFill>
            <a:srgbClr val="135091"/>
          </a:solidFill>
          <a:ln>
            <a:noFill/>
          </a:ln>
        </p:spPr>
        <p:txBody>
          <a:bodyPr vert="horz" wrap="none" lIns="0" tIns="0" rIns="0" bIns="0" anchor="ctr" anchorCtr="0"/>
          <a:lstStyle/>
          <a:p>
            <a:pPr algn="ctr"/>
            <a:r>
              <a:rPr lang="ko-KR" altLang="en-US" sz="1100" spc="-30" dirty="0"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제안요청 사항 </a:t>
            </a:r>
            <a:r>
              <a:rPr lang="en-US" altLang="ko-KR" sz="1100" spc="-30" dirty="0"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100% </a:t>
            </a:r>
            <a:r>
              <a:rPr lang="ko-KR" altLang="en-US" sz="1100" spc="-30" dirty="0"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충족</a:t>
            </a:r>
          </a:p>
        </p:txBody>
      </p:sp>
      <p:sp>
        <p:nvSpPr>
          <p:cNvPr id="41" name="갈매기형 수장 165">
            <a:extLst>
              <a:ext uri="{FF2B5EF4-FFF2-40B4-BE49-F238E27FC236}">
                <a16:creationId xmlns:a16="http://schemas.microsoft.com/office/drawing/2014/main" id="{DADD6923-6253-47C0-1FE9-8BE2719B6554}"/>
              </a:ext>
            </a:extLst>
          </p:cNvPr>
          <p:cNvSpPr>
            <a:spLocks/>
          </p:cNvSpPr>
          <p:nvPr/>
        </p:nvSpPr>
        <p:spPr>
          <a:xfrm flipH="1">
            <a:off x="7322245" y="748145"/>
            <a:ext cx="2059881" cy="290664"/>
          </a:xfrm>
          <a:prstGeom prst="chevron">
            <a:avLst>
              <a:gd name="adj" fmla="val 52273"/>
            </a:avLst>
          </a:prstGeom>
          <a:solidFill>
            <a:srgbClr val="135091"/>
          </a:solidFill>
          <a:ln>
            <a:noFill/>
          </a:ln>
        </p:spPr>
        <p:txBody>
          <a:bodyPr vert="horz" wrap="none" lIns="0" tIns="0" rIns="0" bIns="0" anchor="ctr" anchorCtr="0"/>
          <a:lstStyle/>
          <a:p>
            <a:pPr algn="ctr"/>
            <a:r>
              <a:rPr lang="ko-KR" altLang="en-US" sz="1100" spc="-30" dirty="0"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사업 성공에 필요한 추가 제안</a:t>
            </a:r>
          </a:p>
        </p:txBody>
      </p:sp>
      <p:graphicFrame>
        <p:nvGraphicFramePr>
          <p:cNvPr id="6" name="Group 73">
            <a:extLst>
              <a:ext uri="{FF2B5EF4-FFF2-40B4-BE49-F238E27FC236}">
                <a16:creationId xmlns:a16="http://schemas.microsoft.com/office/drawing/2014/main" id="{A27B2FAC-C830-2F90-2E56-9A8B203F7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457492"/>
              </p:ext>
            </p:extLst>
          </p:nvPr>
        </p:nvGraphicFramePr>
        <p:xfrm>
          <a:off x="523875" y="1273242"/>
          <a:ext cx="8858250" cy="521645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07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52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9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972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요청 구분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제안요청 내용 </a:t>
                      </a:r>
                      <a:r>
                        <a:rPr kumimoji="0" lang="en-US" altLang="ko-KR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(RFP)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충족 여부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제안 내역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5033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감리 방법 </a:t>
                      </a:r>
                      <a:endParaRPr kumimoji="0" lang="en-US" altLang="ko-KR" sz="1200" b="1" i="0" u="none" strike="noStrike" kern="1200" cap="none" spc="-80" normalizeH="0" baseline="0" noProof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및 일수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 xml:space="preserve">[요구단계]단계 감리 실시</a:t>
                      </a:r>
                      <a:b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 xml:space="preserve">최소 감리 일수 : [요구감리일수]일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 xml:space="preserve">[제안감리구성]</a:t>
                      </a:r>
                      <a:r>
                        <a:rPr kumimoji="1" lang="ko-KR" altLang="en-US" sz="1000" b="0" i="0" u="none" strike="noStrike" kern="1200" cap="none" spc="-7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 xml:space="preserve">[제안추가감리]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 xml:space="preserve"/>
                      </a:r>
                      <a:b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 xml:space="preserve">[제안감리일정]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8363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투입 공수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 xml:space="preserve">요청 공수: [요구투입공수]MD 이상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7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 xml:space="preserve">전체 투입 공수  -&gt;  </a:t>
                      </a:r>
                      <a:r>
                        <a:rPr kumimoji="1" lang="ko-KR" altLang="en-US" sz="1100" b="0" i="0" u="none" strike="noStrike" kern="1200" cap="none" spc="-7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 xml:space="preserve">총 [제안총공수] MD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 xml:space="preserve">(요청공수 대비 </a:t>
                      </a:r>
                      <a:r>
                        <a:rPr kumimoji="1" lang="ko-KR" altLang="en-US" sz="1100" b="0" i="0" u="none" strike="noStrike" kern="1200" cap="none" spc="-7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 xml:space="preserve">[제안투입비율]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 xml:space="preserve"> 투입)</a:t>
                      </a:r>
                      <a:b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 xml:space="preserve">단계 감리팀 제안 공수 -&gt; [제안감리원공수] MD [제안감리원배치]</a:t>
                      </a:r>
                      <a:b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 xml:space="preserve">전문가팀 제안 공수 -&gt; [제안전문가공수] MD</a:t>
                      </a:r>
                      <a:b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 xml:space="preserve">테스트팀 제안 공수 -&gt; [제안테스트공수] MD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5033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총괄 감리원 </a:t>
                      </a:r>
                      <a:endParaRPr kumimoji="0" lang="en-US" altLang="ko-KR" sz="1200" b="1" i="0" u="none" strike="noStrike" kern="1200" cap="none" spc="-80" normalizeH="0" baseline="0" noProof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전문성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8900" indent="-889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해당 감리 법인의 상근 감리원</a:t>
                      </a:r>
                      <a:endParaRPr kumimoji="1" lang="en-US" altLang="ko-KR" sz="1000" b="0" i="0" u="none" strike="noStrike" kern="1200" cap="none" spc="-80" normalizeH="0" baseline="0" noProof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실제 감리에 투입된 기간이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이상인</a:t>
                      </a:r>
                      <a:b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수석 감리원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 xml:space="preserve">총괄 감리원(PM) : [제안PM소개]</a:t>
                      </a:r>
                      <a:b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 xml:space="preserve">[제안PM경력]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473969"/>
                  </a:ext>
                </a:extLst>
              </a:tr>
              <a:tr h="475023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감리원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행정안전부에 등록된  수석 감리원</a:t>
                      </a:r>
                      <a:endParaRPr kumimoji="1" lang="en-US" altLang="ko-KR" sz="1000" b="0" i="0" u="none" strike="noStrike" kern="1200" cap="none" spc="-80" normalizeH="0" baseline="0" noProof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상근 감리원이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50%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이상</a:t>
                      </a:r>
                      <a:endParaRPr kumimoji="1" lang="ko-KR" altLang="en-US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 xml:space="preserve">[제안감리원구성]</a:t>
                      </a:r>
                      <a:b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 xml:space="preserve">[제안감리원경험]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5033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공통 사항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분야별 경험 있는 전문가 제안</a:t>
                      </a:r>
                      <a:endParaRPr kumimoji="1" lang="en-US" altLang="ko-KR" sz="1000" b="0" i="0" u="none" strike="noStrike" kern="1200" cap="none" spc="-80" normalizeH="0" baseline="0" noProof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발주자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IT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조직에 최신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IT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기술 소개 및 교육</a:t>
                      </a:r>
                      <a:endParaRPr kumimoji="1" lang="ko-KR" altLang="en-US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 xml:space="preserve">[제안전문가구성]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34" name="그룹 33">
            <a:extLst>
              <a:ext uri="{FF2B5EF4-FFF2-40B4-BE49-F238E27FC236}">
                <a16:creationId xmlns:a16="http://schemas.microsoft.com/office/drawing/2014/main" id="{B93D1FF5-511D-4D45-A106-E291AE5FADAE}"/>
              </a:ext>
            </a:extLst>
          </p:cNvPr>
          <p:cNvGrpSpPr/>
          <p:nvPr/>
        </p:nvGrpSpPr>
        <p:grpSpPr>
          <a:xfrm>
            <a:off x="8484323" y="2655521"/>
            <a:ext cx="894133" cy="894133"/>
            <a:chOff x="4126302" y="7108691"/>
            <a:chExt cx="1236023" cy="126331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1DFA8561-33D3-4283-90BA-29E9D0CA4845}"/>
                </a:ext>
              </a:extLst>
            </p:cNvPr>
            <p:cNvSpPr/>
            <p:nvPr/>
          </p:nvSpPr>
          <p:spPr>
            <a:xfrm>
              <a:off x="4126302" y="7108691"/>
              <a:ext cx="1236023" cy="1263312"/>
            </a:xfrm>
            <a:prstGeom prst="ellipse">
              <a:avLst/>
            </a:prstGeom>
            <a:solidFill>
              <a:srgbClr val="F2CED9"/>
            </a:solidFill>
            <a:ln w="19050" cap="flat" cmpd="sng" algn="ctr">
              <a:solidFill>
                <a:srgbClr val="D63E57"/>
              </a:solidFill>
              <a:prstDash val="solid"/>
            </a:ln>
            <a:effectLst/>
          </p:spPr>
          <p:txBody>
            <a:bodyPr wrap="square" lIns="70499" tIns="0" rIns="0" bIns="0" rtlCol="0" anchor="ctr"/>
            <a:lstStyle/>
            <a:p>
              <a:pPr indent="0">
                <a:lnSpc>
                  <a:spcPct val="100000"/>
                </a:lnSpc>
                <a:spcBef>
                  <a:spcPct val="0"/>
                </a:spcBef>
                <a:spcAft>
                  <a:spcPts val="294"/>
                </a:spcAft>
              </a:pPr>
              <a:endParaRPr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1482DA73-685A-4FCA-B173-BF10D1C9823D}"/>
                </a:ext>
              </a:extLst>
            </p:cNvPr>
            <p:cNvSpPr/>
            <p:nvPr/>
          </p:nvSpPr>
          <p:spPr>
            <a:xfrm>
              <a:off x="4203553" y="7187648"/>
              <a:ext cx="1081520" cy="1105398"/>
            </a:xfrm>
            <a:prstGeom prst="ellipse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8C3C5DFA-19F9-4942-B752-08B9C44C7FBC}"/>
                </a:ext>
              </a:extLst>
            </p:cNvPr>
            <p:cNvSpPr/>
            <p:nvPr/>
          </p:nvSpPr>
          <p:spPr>
            <a:xfrm>
              <a:off x="4242324" y="7266721"/>
              <a:ext cx="1003976" cy="947258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/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89" b="0" i="0" u="none" strike="noStrike" kern="0" cap="none" spc="-64" normalizeH="0" baseline="0" noProof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양질의</a:t>
              </a: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89" b="0" i="0" u="none" strike="noStrike" kern="0" cap="none" spc="-64" normalizeH="0" baseline="0" noProof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감리를 위한</a:t>
              </a: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89" b="0" i="0" u="none" strike="noStrike" kern="0" cap="none" spc="-64" normalizeH="0" baseline="0" noProof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충분한</a:t>
              </a: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89" b="0" i="0" u="none" strike="noStrike" kern="0" cap="none" spc="-64" normalizeH="0" baseline="0" noProof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공수 </a:t>
              </a:r>
              <a:r>
                <a:rPr kumimoji="1" lang="ko-KR" altLang="en-US" sz="1089" b="0" i="0" u="none" strike="noStrike" kern="0" cap="none" spc="-64" normalizeH="0" baseline="0" noProof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투입</a:t>
              </a:r>
            </a:p>
          </p:txBody>
        </p:sp>
      </p:grpSp>
      <p:graphicFrame>
        <p:nvGraphicFramePr>
          <p:cNvPr id="3" name="Group 73">
            <a:extLst>
              <a:ext uri="{FF2B5EF4-FFF2-40B4-BE49-F238E27FC236}">
                <a16:creationId xmlns:a16="http://schemas.microsoft.com/office/drawing/2014/main" id="{4A41A00C-40BF-4F38-12E4-C8EFDD551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15725"/>
              </p:ext>
            </p:extLst>
          </p:nvPr>
        </p:nvGraphicFramePr>
        <p:xfrm>
          <a:off x="10344150" y="1273243"/>
          <a:ext cx="8858250" cy="5179062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07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52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9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4924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요청 구분</a:t>
                      </a:r>
                    </a:p>
                  </a:txBody>
                  <a:tcPr marL="72000" marR="72000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제안요청 내용 </a:t>
                      </a:r>
                      <a:r>
                        <a:rPr kumimoji="0" lang="en-US" altLang="ko-KR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(RFP)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충족 여부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제안 내역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4331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감리 방법 </a:t>
                      </a:r>
                      <a:endParaRPr kumimoji="0" lang="en-US" altLang="ko-KR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및 일수</a:t>
                      </a: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3단계 감리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검수지원 실시 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요구정의 단계, 설계 단계, 종료 단계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검수지원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일정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: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요구정의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(7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~ 8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설계단계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(9~10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종료단계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(23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02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
최소 감리 일수 : 7일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4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3단계 감리 + </a:t>
                      </a:r>
                      <a:r>
                        <a:rPr kumimoji="1" lang="ko-KR" altLang="en-US" sz="10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추가 감리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사전점검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: 2025.09.08 ~ 2025.09.12 (현장감리 5일)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요구정의 : 2025.09.18 ~ 2025.09.26 (현장감리 7일)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설계 : 2025.11.10 ~ 2025.11.18 (현장감리 7일)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구현(상시)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: 2026.03.23 ~ 2026.03.27 (현장감리 5일)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종료 : 2026.05.26 ~ 2026.06.05 (현장감리 9일)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상주감리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: 2025.09.15 ~ 2026.07.10 (현장감리 150일)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검수지원 : 2026.07.06 ~ 2026.07.10 (현장감리 5일)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924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투입 공수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96838" indent="-96838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요청 공수: 184MD 이상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전체 투입 공수  -</a:t>
                      </a:r>
                      <a:r>
                        <a:rPr kumimoji="1" lang="en-US" altLang="ko-KR" sz="10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1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총 311 MD</a:t>
                      </a:r>
                      <a:r>
                        <a:rPr kumimoji="1" lang="ko-KR" altLang="en-US" sz="10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요청공수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대비 </a:t>
                      </a:r>
                      <a:r>
                        <a:rPr kumimoji="1" lang="ko-KR" altLang="en-US" sz="11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169%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투입)
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단계 감리팀 제안 공수 -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212 MD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(요구정의/설계/구현/종료 단계별 감리원 7명)
전문가팀 제안 공수 -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69 MD
테스트팀 제안 공수 -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30 MD</a:t>
                      </a:r>
                      <a:endParaRPr kumimoji="1" lang="en-US" altLang="ko-KR" sz="1000" b="0" i="0" u="none" strike="noStrike" kern="0" cap="none" spc="-7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F74377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347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총괄 감리원 </a:t>
                      </a:r>
                      <a:endParaRPr kumimoji="0" lang="en-US" altLang="ko-KR" sz="1200" b="1" i="0" u="none" strike="noStrike" kern="1200" cap="none" spc="-80" normalizeH="0" baseline="0" noProof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전문성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8900" indent="-889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해당 감리 법인의 상근 감리원</a:t>
                      </a:r>
                      <a:endParaRPr kumimoji="1" lang="en-US" altLang="ko-KR" sz="1000" b="0" i="0" u="none" strike="noStrike" kern="1200" cap="none" spc="-80" normalizeH="0" baseline="0" noProof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실제 감리에 투입된 기간이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이상인</a:t>
                      </a:r>
                      <a:b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수석 감리원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987981"/>
                  </a:ext>
                </a:extLst>
              </a:tr>
              <a:tr h="622088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감리원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행정안전부에 등록된  수석 감리원</a:t>
                      </a:r>
                      <a:endParaRPr kumimoji="1" lang="en-US" altLang="ko-KR" sz="1000" b="0" i="0" u="none" strike="noStrike" kern="1200" cap="none" spc="-80" normalizeH="0" baseline="0" noProof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상근 감리원이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50%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이상</a:t>
                      </a:r>
                      <a:endParaRPr kumimoji="1" lang="ko-KR" altLang="en-US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8900" indent="-889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총괄 감리원(PM) : 김종훈 수석 감리원 (상근)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총괄 수행  60건 , 감리 경력 1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3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년 / 154건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- (주)공영홈쇼핑 사업 감리 </a:t>
                      </a:r>
                      <a:r>
                        <a:rPr kumimoji="0" lang="ko-KR" altLang="en-US" sz="1000" b="0" i="0" u="none" strike="noStrike" kern="1200" cap="none" spc="-5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총괄로서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 사업의 성공 완료 지원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GS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홈쇼핑에서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IT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기획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, EC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플랫폼 재구축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, SMART4C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등 차세대 홈쇼핑 기획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개발 실무 경험</a:t>
                      </a:r>
                      <a:b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F74377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서강대, KIST 등에서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소프트웨어 아키텍처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인공지능 로봇 연구/개발</a:t>
                      </a:r>
                      <a:endParaRPr kumimoji="1" lang="ko-KR" altLang="en-US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365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공통 사항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분야별 경험 있는 전문가 제안</a:t>
                      </a:r>
                      <a:endParaRPr kumimoji="1" lang="en-US" altLang="ko-KR" sz="1000" b="0" i="0" u="none" strike="noStrike" kern="1200" cap="none" spc="-80" normalizeH="0" baseline="0" noProof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발주자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IT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조직에 최신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IT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기술 소개 및 교육</a:t>
                      </a:r>
                      <a:endParaRPr kumimoji="1" lang="ko-KR" altLang="en-US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단계 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감리원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 7명 : 100% 상근 수석 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감리원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
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홈쇼핑, 온라인몰, 플랫폼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커머스, 정보보안 등 관련 사업 실무 및 감리 경험자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투입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6329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감리 방법 </a:t>
                      </a:r>
                      <a:endParaRPr kumimoji="0" lang="en-US" altLang="ko-KR" sz="1200" b="1" i="0" u="none" strike="noStrike" kern="1200" cap="none" spc="-80" normalizeH="0" baseline="0" noProof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및 일수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3단계 감리 실시</a:t>
                      </a:r>
                      <a:b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요구정의 단계, 설계 단계, 종료 단계
일정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: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요구정의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(7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~ 8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),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설계단계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(9~10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),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종료단계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(23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02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</a:t>
                      </a: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최소 감리 일수 : 5일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홈쇼핑 실무 경험 보유 전문가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4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명 투입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(IT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기획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, UI/UX,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모바일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클라우드 인프라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– GS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홈쇼핑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)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E60012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핵심 기술 전문가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4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명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투입 ( UI/UX, 웹접근성 및 웹호환성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모바일 웹/앱, 개인화 상품 추천 )
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필수 기술 전문가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4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명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투입 (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DB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최적화, 데이터 품질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클라우드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시스템 성능 )
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보안 진단 전문가 3명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투입 ( 웹취약점, 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SW개발보안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개인정보보호 )
제3자 관점 점검을 위한 기능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테스트 전문가 2명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투입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최신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IT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기술 교육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회 이상 실시 예정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인공지능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클라우드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블록체인 등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</a:t>
                      </a:r>
                      <a:endParaRPr kumimoji="1" lang="ko-KR" altLang="en-US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248286"/>
                  </a:ext>
                </a:extLst>
              </a:tr>
            </a:tbl>
          </a:graphicData>
        </a:graphic>
      </p:graphicFrame>
      <p:sp>
        <p:nvSpPr>
          <p:cNvPr id="4" name="육각형 3" descr="ⓒDesigned by 홍은지 디자이너">
            <a:extLst>
              <a:ext uri="{FF2B5EF4-FFF2-40B4-BE49-F238E27FC236}">
                <a16:creationId xmlns:a16="http://schemas.microsoft.com/office/drawing/2014/main" id="{499A28EC-A693-D805-674A-36D72F789741}"/>
              </a:ext>
            </a:extLst>
          </p:cNvPr>
          <p:cNvSpPr/>
          <p:nvPr/>
        </p:nvSpPr>
        <p:spPr>
          <a:xfrm rot="16200000">
            <a:off x="12549696" y="6723497"/>
            <a:ext cx="1152834" cy="992322"/>
          </a:xfrm>
          <a:prstGeom prst="hexagon">
            <a:avLst>
              <a:gd name="adj" fmla="val 30304"/>
              <a:gd name="vf" fmla="val 115470"/>
            </a:avLst>
          </a:prstGeom>
          <a:solidFill>
            <a:schemeClr val="bg1"/>
          </a:solidFill>
          <a:ln w="47625">
            <a:solidFill>
              <a:srgbClr val="FFB4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wrap="none" lIns="0" tIns="0" rIns="0" bIns="0" anchor="ctr"/>
          <a:lstStyle/>
          <a:p>
            <a:pPr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0" i="0" u="none" strike="noStrike" kern="0" cap="none" spc="-64" normalizeH="0" baseline="0" noProof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양질의</a:t>
            </a:r>
          </a:p>
        </p:txBody>
      </p:sp>
      <p:sp>
        <p:nvSpPr>
          <p:cNvPr id="5" name="설명선: 아래쪽 화살표 4">
            <a:extLst>
              <a:ext uri="{FF2B5EF4-FFF2-40B4-BE49-F238E27FC236}">
                <a16:creationId xmlns:a16="http://schemas.microsoft.com/office/drawing/2014/main" id="{A4C9E508-C003-4DF0-67FE-2CAE8C44E719}"/>
              </a:ext>
            </a:extLst>
          </p:cNvPr>
          <p:cNvSpPr/>
          <p:nvPr/>
        </p:nvSpPr>
        <p:spPr>
          <a:xfrm flipH="1">
            <a:off x="18195822" y="4721807"/>
            <a:ext cx="995864" cy="566863"/>
          </a:xfrm>
          <a:prstGeom prst="downArrowCallout">
            <a:avLst/>
          </a:prstGeom>
          <a:solidFill>
            <a:srgbClr val="F73A7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ko-KR" altLang="en-US" sz="953" kern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추가 제안</a:t>
            </a:r>
          </a:p>
          <a:p>
            <a:pPr algn="ctr"/>
            <a:r>
              <a:rPr lang="en-US" altLang="ko-KR" sz="953" kern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953" kern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홈쇼핑 전문가</a:t>
            </a:r>
            <a:r>
              <a:rPr lang="en-US" altLang="ko-KR" sz="953" kern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A4DD1FA-D26B-C4DD-A0D3-D4E93437E24B}"/>
              </a:ext>
            </a:extLst>
          </p:cNvPr>
          <p:cNvGrpSpPr/>
          <p:nvPr/>
        </p:nvGrpSpPr>
        <p:grpSpPr>
          <a:xfrm flipH="1">
            <a:off x="10223376" y="6997703"/>
            <a:ext cx="967092" cy="484197"/>
            <a:chOff x="495500" y="4383768"/>
            <a:chExt cx="443694" cy="218985"/>
          </a:xfrm>
          <a:solidFill>
            <a:srgbClr val="0C1C8D"/>
          </a:solidFill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8" name="달 7">
              <a:extLst>
                <a:ext uri="{FF2B5EF4-FFF2-40B4-BE49-F238E27FC236}">
                  <a16:creationId xmlns:a16="http://schemas.microsoft.com/office/drawing/2014/main" id="{A011C3BA-79B1-1246-F155-3CEB2E2D6ED4}"/>
                </a:ext>
              </a:extLst>
            </p:cNvPr>
            <p:cNvSpPr/>
            <p:nvPr/>
          </p:nvSpPr>
          <p:spPr>
            <a:xfrm flipV="1">
              <a:off x="753812" y="4488566"/>
              <a:ext cx="83912" cy="114187"/>
            </a:xfrm>
            <a:prstGeom prst="moon">
              <a:avLst>
                <a:gd name="adj" fmla="val 66305"/>
              </a:avLst>
            </a:prstGeom>
            <a:solidFill>
              <a:srgbClr val="F7437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/>
            </a:p>
          </p:txBody>
        </p:sp>
        <p:sp>
          <p:nvSpPr>
            <p:cNvPr id="9" name="모서리가 둥근 직사각형 218">
              <a:extLst>
                <a:ext uri="{FF2B5EF4-FFF2-40B4-BE49-F238E27FC236}">
                  <a16:creationId xmlns:a16="http://schemas.microsoft.com/office/drawing/2014/main" id="{FD7DFBD7-9B11-53F7-BE8F-5728D2FC5D7E}"/>
                </a:ext>
              </a:extLst>
            </p:cNvPr>
            <p:cNvSpPr/>
            <p:nvPr/>
          </p:nvSpPr>
          <p:spPr>
            <a:xfrm>
              <a:off x="495500" y="4383768"/>
              <a:ext cx="443694" cy="190096"/>
            </a:xfrm>
            <a:prstGeom prst="roundRect">
              <a:avLst>
                <a:gd name="adj" fmla="val 50000"/>
              </a:avLst>
            </a:prstGeom>
            <a:solidFill>
              <a:srgbClr val="F7437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algn="ctr"/>
              <a:r>
                <a:rPr lang="ko-KR" altLang="en-US" sz="953" kern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추가 제안</a:t>
              </a: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ko-KR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(</a:t>
              </a:r>
              <a:r>
                <a:rPr kumimoji="0" lang="ko-KR" altLang="en-US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상시 감리 </a:t>
              </a:r>
              <a:r>
                <a:rPr kumimoji="0" lang="en-US" altLang="ko-KR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2</a:t>
              </a:r>
              <a:r>
                <a:rPr kumimoji="0" lang="ko-KR" altLang="en-US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회</a:t>
              </a:r>
              <a:r>
                <a:rPr kumimoji="0" lang="en-US" altLang="ko-KR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)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BB3E4A5-E071-B339-7B89-8126B15A578D}"/>
              </a:ext>
            </a:extLst>
          </p:cNvPr>
          <p:cNvGrpSpPr/>
          <p:nvPr/>
        </p:nvGrpSpPr>
        <p:grpSpPr>
          <a:xfrm flipH="1">
            <a:off x="11426664" y="6997703"/>
            <a:ext cx="967092" cy="484197"/>
            <a:chOff x="495500" y="4383768"/>
            <a:chExt cx="443694" cy="218985"/>
          </a:xfrm>
          <a:solidFill>
            <a:srgbClr val="0C1C8D"/>
          </a:solidFill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11" name="달 10">
              <a:extLst>
                <a:ext uri="{FF2B5EF4-FFF2-40B4-BE49-F238E27FC236}">
                  <a16:creationId xmlns:a16="http://schemas.microsoft.com/office/drawing/2014/main" id="{321DF5FA-5BAA-841D-8ABD-6F514CDC7A10}"/>
                </a:ext>
              </a:extLst>
            </p:cNvPr>
            <p:cNvSpPr/>
            <p:nvPr/>
          </p:nvSpPr>
          <p:spPr>
            <a:xfrm flipV="1">
              <a:off x="753812" y="4488566"/>
              <a:ext cx="83912" cy="114187"/>
            </a:xfrm>
            <a:prstGeom prst="moon">
              <a:avLst>
                <a:gd name="adj" fmla="val 66305"/>
              </a:avLst>
            </a:prstGeom>
            <a:solidFill>
              <a:srgbClr val="F7437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/>
            </a:p>
          </p:txBody>
        </p:sp>
        <p:sp>
          <p:nvSpPr>
            <p:cNvPr id="12" name="모서리가 둥근 직사각형 218">
              <a:extLst>
                <a:ext uri="{FF2B5EF4-FFF2-40B4-BE49-F238E27FC236}">
                  <a16:creationId xmlns:a16="http://schemas.microsoft.com/office/drawing/2014/main" id="{A2EA38C5-725C-4CF2-F922-E586DE34CC23}"/>
                </a:ext>
              </a:extLst>
            </p:cNvPr>
            <p:cNvSpPr/>
            <p:nvPr/>
          </p:nvSpPr>
          <p:spPr>
            <a:xfrm>
              <a:off x="495500" y="4383768"/>
              <a:ext cx="443694" cy="190096"/>
            </a:xfrm>
            <a:prstGeom prst="roundRect">
              <a:avLst>
                <a:gd name="adj" fmla="val 50000"/>
              </a:avLst>
            </a:prstGeom>
            <a:solidFill>
              <a:srgbClr val="F7437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algn="ctr"/>
              <a:r>
                <a:rPr lang="ko-KR" altLang="en-US" sz="953" kern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추가 제안</a:t>
              </a: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ko-KR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(</a:t>
              </a:r>
              <a:r>
                <a:rPr kumimoji="0" lang="ko-KR" altLang="en-US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전문가 </a:t>
              </a:r>
              <a:r>
                <a:rPr kumimoji="0" lang="en-US" altLang="ko-KR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+ </a:t>
              </a:r>
              <a:r>
                <a:rPr kumimoji="0" lang="ko-KR" altLang="en-US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테스터</a:t>
              </a:r>
              <a:r>
                <a:rPr kumimoji="0" lang="en-US" altLang="ko-KR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)</a:t>
              </a:r>
            </a:p>
          </p:txBody>
        </p:sp>
      </p:grp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20D3C42-A499-357E-44B3-2253B517A16B}"/>
              </a:ext>
            </a:extLst>
          </p:cNvPr>
          <p:cNvSpPr/>
          <p:nvPr/>
        </p:nvSpPr>
        <p:spPr>
          <a:xfrm>
            <a:off x="10010694" y="0"/>
            <a:ext cx="3128051" cy="1273242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1655A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작업 방법</a:t>
            </a:r>
          </a:p>
          <a:p>
            <a:pPr marL="180975" indent="-180975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1655A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장표 내용 작성</a:t>
            </a:r>
          </a:p>
          <a:p>
            <a:pPr marL="180975" indent="-180975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아래 표를 참고하여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문단정리 및 강조</a:t>
            </a:r>
          </a:p>
          <a:p>
            <a:pPr marL="180975" indent="-180975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강조할 부분 박스 표시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및 아이콘 사용 강조</a:t>
            </a:r>
          </a:p>
          <a:p>
            <a:pPr marL="180975" indent="-180975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1655A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작업 방법 및 아래 설명 객체 모두 삭제</a:t>
            </a:r>
          </a:p>
        </p:txBody>
      </p:sp>
      <p:sp>
        <p:nvSpPr>
          <p:cNvPr id="14" name="모서리가 둥근 직사각형 54">
            <a:extLst>
              <a:ext uri="{FF2B5EF4-FFF2-40B4-BE49-F238E27FC236}">
                <a16:creationId xmlns:a16="http://schemas.microsoft.com/office/drawing/2014/main" id="{F2B2FACA-8868-7D77-2796-E541D7A10B60}"/>
              </a:ext>
            </a:extLst>
          </p:cNvPr>
          <p:cNvSpPr/>
          <p:nvPr/>
        </p:nvSpPr>
        <p:spPr>
          <a:xfrm>
            <a:off x="14412321" y="1695451"/>
            <a:ext cx="2642192" cy="178954"/>
          </a:xfrm>
          <a:prstGeom prst="roundRect">
            <a:avLst>
              <a:gd name="adj" fmla="val 0"/>
            </a:avLst>
          </a:prstGeom>
          <a:noFill/>
          <a:ln w="22225" cmpd="sng" algn="ctr">
            <a:solidFill>
              <a:srgbClr val="E60012"/>
            </a:solidFill>
            <a:round/>
            <a:headEnd/>
            <a:tailEnd/>
          </a:ln>
          <a:effectLst/>
        </p:spPr>
        <p:txBody>
          <a:bodyPr wrap="none" lIns="93886" tIns="46944" rIns="93886" bIns="46944" anchor="ctr"/>
          <a:lstStyle/>
          <a:p>
            <a:pPr algn="ctr"/>
            <a:endParaRPr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C7F45E5-F144-B7CB-448C-F596DD6F50DE}"/>
              </a:ext>
            </a:extLst>
          </p:cNvPr>
          <p:cNvGrpSpPr/>
          <p:nvPr/>
        </p:nvGrpSpPr>
        <p:grpSpPr>
          <a:xfrm flipH="1">
            <a:off x="17134156" y="1927514"/>
            <a:ext cx="1072698" cy="575820"/>
            <a:chOff x="495500" y="4383768"/>
            <a:chExt cx="443694" cy="218985"/>
          </a:xfrm>
          <a:solidFill>
            <a:srgbClr val="E60012"/>
          </a:solidFill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16" name="달 15">
              <a:extLst>
                <a:ext uri="{FF2B5EF4-FFF2-40B4-BE49-F238E27FC236}">
                  <a16:creationId xmlns:a16="http://schemas.microsoft.com/office/drawing/2014/main" id="{ECBE2E04-A283-142F-AC39-2C4CF07CB041}"/>
                </a:ext>
              </a:extLst>
            </p:cNvPr>
            <p:cNvSpPr/>
            <p:nvPr/>
          </p:nvSpPr>
          <p:spPr>
            <a:xfrm flipV="1">
              <a:off x="753812" y="4488566"/>
              <a:ext cx="83912" cy="114187"/>
            </a:xfrm>
            <a:prstGeom prst="moon">
              <a:avLst>
                <a:gd name="adj" fmla="val 66305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/>
            </a:p>
          </p:txBody>
        </p:sp>
        <p:sp>
          <p:nvSpPr>
            <p:cNvPr id="17" name="모서리가 둥근 직사각형 218">
              <a:extLst>
                <a:ext uri="{FF2B5EF4-FFF2-40B4-BE49-F238E27FC236}">
                  <a16:creationId xmlns:a16="http://schemas.microsoft.com/office/drawing/2014/main" id="{900E3183-F2D1-6130-25E1-71FE52ACEA16}"/>
                </a:ext>
              </a:extLst>
            </p:cNvPr>
            <p:cNvSpPr/>
            <p:nvPr/>
          </p:nvSpPr>
          <p:spPr>
            <a:xfrm>
              <a:off x="495500" y="4383768"/>
              <a:ext cx="443694" cy="190096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algn="ctr"/>
              <a:r>
                <a:rPr lang="ko-KR" altLang="en-US" sz="953" kern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추가 제안</a:t>
              </a: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ko-KR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( </a:t>
              </a:r>
              <a:r>
                <a:rPr kumimoji="0" lang="ko-KR" altLang="en-US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사전점검</a:t>
              </a:r>
              <a:r>
                <a:rPr kumimoji="0" lang="en-US" altLang="ko-KR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, </a:t>
              </a:r>
              <a:r>
                <a:rPr kumimoji="0" lang="ko-KR" altLang="en-US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구현</a:t>
              </a:r>
              <a:r>
                <a:rPr kumimoji="0" lang="en-US" altLang="ko-KR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, </a:t>
              </a:r>
              <a:r>
                <a:rPr kumimoji="0" lang="ko-KR" altLang="en-US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상주감리 </a:t>
              </a:r>
              <a:r>
                <a:rPr kumimoji="0" lang="en-US" altLang="ko-KR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)</a:t>
              </a:r>
            </a:p>
          </p:txBody>
        </p:sp>
      </p:grpSp>
      <p:sp>
        <p:nvSpPr>
          <p:cNvPr id="18" name="모서리가 둥근 직사각형 54">
            <a:extLst>
              <a:ext uri="{FF2B5EF4-FFF2-40B4-BE49-F238E27FC236}">
                <a16:creationId xmlns:a16="http://schemas.microsoft.com/office/drawing/2014/main" id="{44221D3C-D388-2910-59B6-722941FD4226}"/>
              </a:ext>
            </a:extLst>
          </p:cNvPr>
          <p:cNvSpPr/>
          <p:nvPr/>
        </p:nvSpPr>
        <p:spPr>
          <a:xfrm>
            <a:off x="14412321" y="2285159"/>
            <a:ext cx="2642192" cy="178954"/>
          </a:xfrm>
          <a:prstGeom prst="roundRect">
            <a:avLst>
              <a:gd name="adj" fmla="val 0"/>
            </a:avLst>
          </a:prstGeom>
          <a:noFill/>
          <a:ln w="22225" cmpd="sng" algn="ctr">
            <a:solidFill>
              <a:srgbClr val="E60012"/>
            </a:solidFill>
            <a:round/>
            <a:headEnd/>
            <a:tailEnd/>
          </a:ln>
          <a:effectLst/>
        </p:spPr>
        <p:txBody>
          <a:bodyPr wrap="none" lIns="93886" tIns="46944" rIns="93886" bIns="46944" anchor="ctr"/>
          <a:lstStyle/>
          <a:p>
            <a:pPr algn="ctr"/>
            <a:endParaRPr/>
          </a:p>
        </p:txBody>
      </p:sp>
      <p:sp>
        <p:nvSpPr>
          <p:cNvPr id="19" name="모서리가 둥근 직사각형 54">
            <a:extLst>
              <a:ext uri="{FF2B5EF4-FFF2-40B4-BE49-F238E27FC236}">
                <a16:creationId xmlns:a16="http://schemas.microsoft.com/office/drawing/2014/main" id="{5C57BBDC-8E76-0F3E-2744-319DF63ED7F3}"/>
              </a:ext>
            </a:extLst>
          </p:cNvPr>
          <p:cNvSpPr/>
          <p:nvPr/>
        </p:nvSpPr>
        <p:spPr>
          <a:xfrm>
            <a:off x="14412321" y="2687417"/>
            <a:ext cx="2642192" cy="178954"/>
          </a:xfrm>
          <a:prstGeom prst="roundRect">
            <a:avLst>
              <a:gd name="adj" fmla="val 0"/>
            </a:avLst>
          </a:prstGeom>
          <a:noFill/>
          <a:ln w="22225" cmpd="sng" algn="ctr">
            <a:solidFill>
              <a:srgbClr val="E60012"/>
            </a:solidFill>
            <a:round/>
            <a:headEnd/>
            <a:tailEnd/>
          </a:ln>
          <a:effectLst/>
        </p:spPr>
        <p:txBody>
          <a:bodyPr wrap="none" lIns="93886" tIns="46944" rIns="93886" bIns="46944" anchor="ctr"/>
          <a:lstStyle/>
          <a:p>
            <a:pPr algn="ctr"/>
            <a:endParaRPr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8A20A23-4250-10C7-6618-F9544F4CCCA1}"/>
              </a:ext>
            </a:extLst>
          </p:cNvPr>
          <p:cNvSpPr/>
          <p:nvPr/>
        </p:nvSpPr>
        <p:spPr>
          <a:xfrm>
            <a:off x="13291960" y="0"/>
            <a:ext cx="4415015" cy="1197280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1655A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요청 투입 공수가 없을 시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1655A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1655A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아래 내용 사용</a:t>
            </a:r>
          </a:p>
          <a:p>
            <a:pPr marL="84138" indent="-84138">
              <a:lnSpc>
                <a:spcPct val="110000"/>
              </a:lnSpc>
              <a:spcBef>
                <a:spcPct val="0"/>
              </a:spcBef>
              <a:spcAft>
                <a:spcPts val="300"/>
              </a:spcAft>
              <a:buClr>
                <a:srgbClr val="969696"/>
              </a:buClr>
              <a:buSzPts val="800"/>
              <a:buFont typeface="Wingdings"/>
              <a:buChar char="§"/>
            </a:pPr>
            <a:r>
              <a:rPr kumimoji="1" lang="ko-KR" altLang="en-US" sz="1000" spc="-8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 사업 감리를 위한 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정보시스템 감리기준 제</a:t>
            </a:r>
            <a:r>
              <a:rPr kumimoji="1" lang="en-US" altLang="ko-KR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5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조</a:t>
            </a:r>
            <a:r>
              <a:rPr kumimoji="1" lang="en-US" altLang="ko-KR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(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감리인력 배치</a:t>
            </a:r>
            <a:r>
              <a:rPr kumimoji="1" lang="en-US" altLang="ko-KR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) 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및 정보시스템 감리 발주</a:t>
            </a:r>
            <a:r>
              <a:rPr kumimoji="1" lang="en-US" altLang="ko-KR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․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관리 가이드</a:t>
            </a:r>
            <a:r>
              <a:rPr kumimoji="1" lang="en-US" altLang="ko-KR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, “2.1.3 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감리인력 배치기준” 및 최소감리기간을 고려하여 적정한 수준의 </a:t>
            </a:r>
            <a:r>
              <a:rPr kumimoji="1" lang="ko-KR" altLang="en-US" sz="1000" b="0" i="0" u="none" strike="noStrike" kern="1200" cap="none" spc="-80" normalizeH="0" baseline="0" noProof="0" dirty="0" err="1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투입공수를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 제시하여야 함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9097AABB-5D8E-408A-8820-09DB48FB8EAD}"/>
              </a:ext>
            </a:extLst>
          </p:cNvPr>
          <p:cNvSpPr txBox="1"/>
          <p:nvPr/>
        </p:nvSpPr>
        <p:spPr>
          <a:xfrm>
            <a:off x="745617" y="692150"/>
            <a:ext cx="8420608" cy="433451"/>
          </a:xfrm>
          <a:prstGeom prst="rect">
            <a:avLst/>
          </a:prstGeom>
        </p:spPr>
        <p:txBody>
          <a:bodyPr lIns="171450" tIns="0" rIns="0" bIns="0" rtlCol="0" anchor="ctr"/>
          <a:lstStyle>
            <a:defPPr>
              <a:defRPr lang="en-US"/>
            </a:defPPr>
            <a:lvl1pPr>
              <a:defRPr sz="2000" spc="-50">
                <a:solidFill>
                  <a:srgbClr val="000000"/>
                </a:solidFill>
                <a:latin typeface="KoPub돋움체 Bold"/>
              </a:defRPr>
            </a:lvl1pPr>
          </a:lstStyle>
          <a:p>
            <a:r>
              <a:rPr lang="ko-KR" altLang="en-US" b="1" dirty="0"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 xml:space="preserve">[제목]</a:t>
            </a:r>
            <a:endParaRPr lang="en-US" b="1" dirty="0"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제안서 마스터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맑은 고딕"/>
        <a:ea typeface="KoPub돋움체 Bold"/>
        <a:cs typeface=""/>
      </a:majorFont>
      <a:minorFont>
        <a:latin typeface="맑은 고딕"/>
        <a:ea typeface="KoPub돋움체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</TotalTime>
  <Words>976</Words>
  <Application>Microsoft Office PowerPoint</Application>
  <PresentationFormat>A4 용지(210x297mm)</PresentationFormat>
  <Paragraphs>88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KoPub돋움체 Bold</vt:lpstr>
      <vt:lpstr>KoPub돋움체 Medium</vt:lpstr>
      <vt:lpstr>맑은 고딕</vt:lpstr>
      <vt:lpstr>에스코어 드림 6 Bold</vt:lpstr>
      <vt:lpstr>페이퍼로지 5 Medium</vt:lpstr>
      <vt:lpstr>페이퍼로지 7 Bold</vt:lpstr>
      <vt:lpstr>Arial</vt:lpstr>
      <vt:lpstr>Calibri</vt:lpstr>
      <vt:lpstr>Wingdings</vt:lpstr>
      <vt:lpstr>제안서 마스터</vt:lpstr>
      <vt:lpstr>PowerPoint 프레젠테이션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제안서</dc:title>
  <dc:creator>jhkim</dc:creator>
  <cp:lastModifiedBy>현호 김</cp:lastModifiedBy>
  <cp:revision>77</cp:revision>
  <dcterms:created xsi:type="dcterms:W3CDTF">2021-04-04T03:38:05Z</dcterms:created>
  <dcterms:modified xsi:type="dcterms:W3CDTF">2026-09-18T23:07:50Z</dcterms:modified>
</cp:coreProperties>
</file>