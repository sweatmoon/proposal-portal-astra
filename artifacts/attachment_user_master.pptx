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2" r:id="rId1"/>
  </p:sldMasterIdLst>
  <p:handoutMasterIdLst>
    <p:handoutMasterId r:id="rId2"/>
  </p:handoutMasterIdLst>
  <p:sldSz cx="6858000" cy="9906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7E"/>
    <a:srgbClr val="1655A2"/>
    <a:srgbClr val="DF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186" autoAdjust="0"/>
  </p:normalViewPr>
  <p:slideViewPr>
    <p:cSldViewPr snapToGrid="0" showGuides="1">
      <p:cViewPr varScale="1">
        <p:scale>
          <a:sx n="109" d="100"/>
          <a:sy n="109" d="100"/>
        </p:scale>
        <p:origin x="421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첨부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B0F786-3FDD-46DC-98ED-F7D19F4B3093}"/>
              </a:ext>
            </a:extLst>
          </p:cNvPr>
          <p:cNvSpPr/>
          <p:nvPr/>
        </p:nvSpPr>
        <p:spPr>
          <a:xfrm>
            <a:off x="-1" y="0"/>
            <a:ext cx="6857301" cy="990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27C011D-5CCE-4661-97AC-C354DE66E3D7}"/>
              </a:ext>
            </a:extLst>
          </p:cNvPr>
          <p:cNvGrpSpPr/>
          <p:nvPr/>
        </p:nvGrpSpPr>
        <p:grpSpPr>
          <a:xfrm>
            <a:off x="0" y="785881"/>
            <a:ext cx="6858000" cy="3261257"/>
            <a:chOff x="0" y="785881"/>
            <a:chExt cx="6858000" cy="326125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C89F6EE-90B9-4C2E-A359-C3C9E8715F66}"/>
                </a:ext>
              </a:extLst>
            </p:cNvPr>
            <p:cNvSpPr/>
            <p:nvPr/>
          </p:nvSpPr>
          <p:spPr>
            <a:xfrm>
              <a:off x="0" y="1784650"/>
              <a:ext cx="6858000" cy="2262488"/>
            </a:xfrm>
            <a:prstGeom prst="rect">
              <a:avLst/>
            </a:prstGeom>
            <a:solidFill>
              <a:srgbClr val="E4F0F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1DAB8F9-5DB3-4E96-B7ED-A51BBD7F574C}"/>
                </a:ext>
              </a:extLst>
            </p:cNvPr>
            <p:cNvGrpSpPr/>
            <p:nvPr/>
          </p:nvGrpSpPr>
          <p:grpSpPr>
            <a:xfrm>
              <a:off x="658778" y="785881"/>
              <a:ext cx="2352524" cy="2061657"/>
              <a:chOff x="658778" y="785881"/>
              <a:chExt cx="2352524" cy="2061657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7B26A91-33A6-4361-880A-2CE8EB157204}"/>
                  </a:ext>
                </a:extLst>
              </p:cNvPr>
              <p:cNvGrpSpPr/>
              <p:nvPr/>
            </p:nvGrpSpPr>
            <p:grpSpPr>
              <a:xfrm>
                <a:off x="658778" y="785881"/>
                <a:ext cx="1869919" cy="1532291"/>
                <a:chOff x="4558653" y="995910"/>
                <a:chExt cx="1261982" cy="1034122"/>
              </a:xfrm>
            </p:grpSpPr>
            <p:sp>
              <p:nvSpPr>
                <p:cNvPr id="21" name="모서리가 둥근 직사각형 15">
                  <a:extLst>
                    <a:ext uri="{FF2B5EF4-FFF2-40B4-BE49-F238E27FC236}">
                      <a16:creationId xmlns:a16="http://schemas.microsoft.com/office/drawing/2014/main" id="{D0E15DA4-5ABB-46D9-B24C-7A85936FCF3D}"/>
                    </a:ext>
                  </a:extLst>
                </p:cNvPr>
                <p:cNvSpPr/>
                <p:nvPr/>
              </p:nvSpPr>
              <p:spPr>
                <a:xfrm>
                  <a:off x="4897131" y="1422635"/>
                  <a:ext cx="607397" cy="607397"/>
                </a:xfrm>
                <a:prstGeom prst="roundRect">
                  <a:avLst/>
                </a:prstGeom>
                <a:noFill/>
                <a:ln w="152400">
                  <a:solidFill>
                    <a:srgbClr val="CCEBF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" name="모서리가 둥근 직사각형 18">
                  <a:extLst>
                    <a:ext uri="{FF2B5EF4-FFF2-40B4-BE49-F238E27FC236}">
                      <a16:creationId xmlns:a16="http://schemas.microsoft.com/office/drawing/2014/main" id="{3DA16A51-19E1-49C8-960F-2DC765AF5270}"/>
                    </a:ext>
                  </a:extLst>
                </p:cNvPr>
                <p:cNvSpPr/>
                <p:nvPr/>
              </p:nvSpPr>
              <p:spPr>
                <a:xfrm>
                  <a:off x="4558653" y="995910"/>
                  <a:ext cx="242959" cy="242959"/>
                </a:xfrm>
                <a:prstGeom prst="roundRect">
                  <a:avLst/>
                </a:prstGeom>
                <a:noFill/>
                <a:ln w="57150">
                  <a:solidFill>
                    <a:srgbClr val="E6EEF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모서리가 둥근 직사각형 19">
                  <a:extLst>
                    <a:ext uri="{FF2B5EF4-FFF2-40B4-BE49-F238E27FC236}">
                      <a16:creationId xmlns:a16="http://schemas.microsoft.com/office/drawing/2014/main" id="{A92A64E4-D3C0-429F-A46A-B430EC507D93}"/>
                    </a:ext>
                  </a:extLst>
                </p:cNvPr>
                <p:cNvSpPr/>
                <p:nvPr/>
              </p:nvSpPr>
              <p:spPr>
                <a:xfrm>
                  <a:off x="5286125" y="1114726"/>
                  <a:ext cx="534510" cy="534510"/>
                </a:xfrm>
                <a:prstGeom prst="roundRect">
                  <a:avLst/>
                </a:prstGeom>
                <a:solidFill>
                  <a:srgbClr val="055DB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9" name="모서리가 둥근 직사각형 11">
                <a:extLst>
                  <a:ext uri="{FF2B5EF4-FFF2-40B4-BE49-F238E27FC236}">
                    <a16:creationId xmlns:a16="http://schemas.microsoft.com/office/drawing/2014/main" id="{C9532936-3386-43C9-93C7-C6E64CFB5073}"/>
                  </a:ext>
                </a:extLst>
              </p:cNvPr>
              <p:cNvSpPr/>
              <p:nvPr/>
            </p:nvSpPr>
            <p:spPr>
              <a:xfrm>
                <a:off x="838778" y="997265"/>
                <a:ext cx="468000" cy="468000"/>
              </a:xfrm>
              <a:prstGeom prst="roundRect">
                <a:avLst/>
              </a:prstGeom>
              <a:solidFill>
                <a:srgbClr val="CCEBF8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모서리가 둥근 직사각형 14">
                <a:extLst>
                  <a:ext uri="{FF2B5EF4-FFF2-40B4-BE49-F238E27FC236}">
                    <a16:creationId xmlns:a16="http://schemas.microsoft.com/office/drawing/2014/main" id="{E01CDC2B-F395-4EC5-8DA5-6990E6F3E7CD}"/>
                  </a:ext>
                </a:extLst>
              </p:cNvPr>
              <p:cNvSpPr/>
              <p:nvPr/>
            </p:nvSpPr>
            <p:spPr>
              <a:xfrm>
                <a:off x="2615302" y="2451538"/>
                <a:ext cx="396000" cy="396000"/>
              </a:xfrm>
              <a:prstGeom prst="roundRect">
                <a:avLst/>
              </a:prstGeom>
              <a:solidFill>
                <a:srgbClr val="CCEBF8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AA0A29B6-9851-4D73-AA9D-085E1DA65593}"/>
              </a:ext>
            </a:extLst>
          </p:cNvPr>
          <p:cNvSpPr/>
          <p:nvPr/>
        </p:nvSpPr>
        <p:spPr>
          <a:xfrm rot="5400000">
            <a:off x="-4858545" y="4858543"/>
            <a:ext cx="9906002" cy="1889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A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ADA36DB3-E863-431A-9B1D-44927D13FAFC}"/>
              </a:ext>
            </a:extLst>
          </p:cNvPr>
          <p:cNvSpPr/>
          <p:nvPr/>
        </p:nvSpPr>
        <p:spPr>
          <a:xfrm rot="16200000" flipH="1">
            <a:off x="1810544" y="4858544"/>
            <a:ext cx="9906002" cy="18891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A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B306B11B-C068-43D1-9EE1-4B4106915DDE}"/>
              </a:ext>
            </a:extLst>
          </p:cNvPr>
          <p:cNvSpPr/>
          <p:nvPr/>
        </p:nvSpPr>
        <p:spPr>
          <a:xfrm rot="5400000">
            <a:off x="837622" y="2955983"/>
            <a:ext cx="95611" cy="15819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AE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F7292D-1165-4580-8F66-D42B9D618289}"/>
              </a:ext>
            </a:extLst>
          </p:cNvPr>
          <p:cNvSpPr txBox="1"/>
          <p:nvPr userDrawn="1"/>
        </p:nvSpPr>
        <p:spPr>
          <a:xfrm>
            <a:off x="1868155" y="3027361"/>
            <a:ext cx="1417376" cy="758797"/>
          </a:xfrm>
          <a:prstGeom prst="rect">
            <a:avLst/>
          </a:prstGeom>
          <a:noFill/>
        </p:spPr>
        <p:txBody>
          <a:bodyPr wrap="square" rtlCol="0" anchor="ctr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>
              <a:lnSpc>
                <a:spcPct val="90000"/>
              </a:lnSpc>
            </a:pPr>
            <a:r>
              <a:rPr lang="ko-KR" altLang="en-US" sz="48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8375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첨 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76F678-05BD-4024-B25F-C3A43F7DCE1A}"/>
              </a:ext>
            </a:extLst>
          </p:cNvPr>
          <p:cNvSpPr/>
          <p:nvPr userDrawn="1"/>
        </p:nvSpPr>
        <p:spPr bwMode="auto">
          <a:xfrm>
            <a:off x="491242" y="3338868"/>
            <a:ext cx="722954" cy="332976"/>
          </a:xfrm>
          <a:prstGeom prst="rect">
            <a:avLst/>
          </a:prstGeom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defRPr/>
            </a:pPr>
            <a:r>
              <a:rPr lang="en-US" altLang="ko-KR" sz="160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7A1E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</a:t>
            </a:r>
            <a:r>
              <a:rPr lang="en-US" altLang="ko-KR" sz="120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7A1E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HAPTER</a:t>
            </a:r>
            <a:endParaRPr lang="ko-KR" altLang="en-US" sz="160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17A1E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13BFADD-45A1-4364-9F11-7ED686472618}"/>
              </a:ext>
            </a:extLst>
          </p:cNvPr>
          <p:cNvSpPr/>
          <p:nvPr userDrawn="1"/>
        </p:nvSpPr>
        <p:spPr bwMode="auto">
          <a:xfrm>
            <a:off x="1251445" y="2771923"/>
            <a:ext cx="407163" cy="998863"/>
          </a:xfrm>
          <a:prstGeom prst="rect">
            <a:avLst/>
          </a:prstGeom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ko-KR" sz="4800" dirty="0">
                <a:ln>
                  <a:solidFill>
                    <a:srgbClr val="FF0000">
                      <a:alpha val="0"/>
                    </a:srgbClr>
                  </a:solidFill>
                </a:ln>
                <a:gradFill>
                  <a:gsLst>
                    <a:gs pos="0">
                      <a:srgbClr val="17A1E1"/>
                    </a:gs>
                    <a:gs pos="100000">
                      <a:srgbClr val="17A1E1"/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800" dirty="0">
              <a:ln>
                <a:solidFill>
                  <a:srgbClr val="FF0000">
                    <a:alpha val="0"/>
                  </a:srgbClr>
                </a:solidFill>
              </a:ln>
              <a:gradFill>
                <a:gsLst>
                  <a:gs pos="0">
                    <a:srgbClr val="17A1E1"/>
                  </a:gs>
                  <a:gs pos="100000">
                    <a:srgbClr val="17A1E1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834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첨부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FEA1B4-B529-41BB-9BB7-3B67B2D71310}"/>
              </a:ext>
            </a:extLst>
          </p:cNvPr>
          <p:cNvSpPr/>
          <p:nvPr userDrawn="1"/>
        </p:nvSpPr>
        <p:spPr>
          <a:xfrm>
            <a:off x="700" y="0"/>
            <a:ext cx="6857301" cy="7048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531" tIns="45317" rIns="90531" bIns="45317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C34D70A9-BE81-437E-8E4A-56363C69B6CC}"/>
              </a:ext>
            </a:extLst>
          </p:cNvPr>
          <p:cNvSpPr/>
          <p:nvPr userDrawn="1"/>
        </p:nvSpPr>
        <p:spPr>
          <a:xfrm flipV="1">
            <a:off x="333375" y="42863"/>
            <a:ext cx="6191250" cy="301625"/>
          </a:xfrm>
          <a:prstGeom prst="round2SameRect">
            <a:avLst>
              <a:gd name="adj1" fmla="val 43753"/>
              <a:gd name="adj2" fmla="val 0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531" tIns="45317" rIns="90531" bIns="45317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34E82-1B10-48E8-8AD4-4EE5882E31CD}"/>
              </a:ext>
            </a:extLst>
          </p:cNvPr>
          <p:cNvSpPr txBox="1"/>
          <p:nvPr userDrawn="1"/>
        </p:nvSpPr>
        <p:spPr>
          <a:xfrm>
            <a:off x="5909816" y="86516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1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6464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A. </a:t>
            </a:r>
            <a:r>
              <a:rPr lang="ko-KR" altLang="en-US" sz="1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6464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첨부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21CC0-3E00-4CDE-A934-6BD11F3706DA}"/>
              </a:ext>
            </a:extLst>
          </p:cNvPr>
          <p:cNvSpPr txBox="1"/>
          <p:nvPr/>
        </p:nvSpPr>
        <p:spPr>
          <a:xfrm>
            <a:off x="539002" y="129398"/>
            <a:ext cx="2889998" cy="1231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800" b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5A5A5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800" b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5A5A5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감리사업명</a:t>
            </a:r>
            <a:r>
              <a:rPr lang="en-US" altLang="ko-KR" sz="800" b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5A5A5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D0526CC-92C3-41A4-8C61-5A19CB8871DB}"/>
              </a:ext>
            </a:extLst>
          </p:cNvPr>
          <p:cNvSpPr/>
          <p:nvPr/>
        </p:nvSpPr>
        <p:spPr>
          <a:xfrm>
            <a:off x="422275" y="143771"/>
            <a:ext cx="94366" cy="9436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1602940C-A038-456D-A609-E2641C7628DB}"/>
              </a:ext>
            </a:extLst>
          </p:cNvPr>
          <p:cNvSpPr/>
          <p:nvPr/>
        </p:nvSpPr>
        <p:spPr>
          <a:xfrm rot="5400000">
            <a:off x="452338" y="168110"/>
            <a:ext cx="48086" cy="45685"/>
          </a:xfrm>
          <a:prstGeom prst="triangle">
            <a:avLst/>
          </a:prstGeom>
          <a:solidFill>
            <a:srgbClr val="5A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A55C552-4BBD-49DC-B441-E6A3B556CD1E}"/>
              </a:ext>
            </a:extLst>
          </p:cNvPr>
          <p:cNvGrpSpPr/>
          <p:nvPr userDrawn="1"/>
        </p:nvGrpSpPr>
        <p:grpSpPr>
          <a:xfrm>
            <a:off x="-2" y="0"/>
            <a:ext cx="6858001" cy="54000"/>
            <a:chOff x="530228" y="1700912"/>
            <a:chExt cx="2911131" cy="72000"/>
          </a:xfrm>
        </p:grpSpPr>
        <p:sp>
          <p:nvSpPr>
            <p:cNvPr id="14" name="AutoShape 57">
              <a:extLst>
                <a:ext uri="{FF2B5EF4-FFF2-40B4-BE49-F238E27FC236}">
                  <a16:creationId xmlns:a16="http://schemas.microsoft.com/office/drawing/2014/main" id="{AE3A6D5D-E052-4629-97BF-4BEC0016787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30228" y="1700912"/>
              <a:ext cx="2911131" cy="72000"/>
            </a:xfrm>
            <a:prstGeom prst="rect">
              <a:avLst/>
            </a:prstGeom>
            <a:solidFill>
              <a:srgbClr val="11467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4400" latinLnBrk="0"/>
              <a:endParaRPr lang="ko-KR" altLang="en-US" sz="1100" kern="0" spc="-150" dirty="0">
                <a:solidFill>
                  <a:prstClr val="white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  <p:sp>
          <p:nvSpPr>
            <p:cNvPr id="15" name="AutoShape 57">
              <a:extLst>
                <a:ext uri="{FF2B5EF4-FFF2-40B4-BE49-F238E27FC236}">
                  <a16:creationId xmlns:a16="http://schemas.microsoft.com/office/drawing/2014/main" id="{1E896C27-C118-44D5-999A-5715671306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26669" y="1700912"/>
              <a:ext cx="148256" cy="72000"/>
            </a:xfrm>
            <a:prstGeom prst="rect">
              <a:avLst/>
            </a:prstGeom>
            <a:solidFill>
              <a:srgbClr val="2D84E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/>
              <a:endParaRPr lang="ko-KR" altLang="en-US" sz="1100" kern="0" spc="-150" dirty="0">
                <a:solidFill>
                  <a:prstClr val="white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  <p:sp>
          <p:nvSpPr>
            <p:cNvPr id="16" name="AutoShape 57">
              <a:extLst>
                <a:ext uri="{FF2B5EF4-FFF2-40B4-BE49-F238E27FC236}">
                  <a16:creationId xmlns:a16="http://schemas.microsoft.com/office/drawing/2014/main" id="{7647D395-27FF-40BC-8491-B3AB30CDE81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78500" y="1700912"/>
              <a:ext cx="148256" cy="72000"/>
            </a:xfrm>
            <a:prstGeom prst="rect">
              <a:avLst/>
            </a:prstGeom>
            <a:solidFill>
              <a:srgbClr val="28B0F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/>
              <a:endParaRPr lang="ko-KR" altLang="en-US" sz="1100" kern="0" spc="-150" dirty="0">
                <a:solidFill>
                  <a:prstClr val="white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  <p:sp>
          <p:nvSpPr>
            <p:cNvPr id="17" name="AutoShape 57">
              <a:extLst>
                <a:ext uri="{FF2B5EF4-FFF2-40B4-BE49-F238E27FC236}">
                  <a16:creationId xmlns:a16="http://schemas.microsoft.com/office/drawing/2014/main" id="{F8727F96-896D-4E71-AB40-07F24D9988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30228" y="1700912"/>
              <a:ext cx="148256" cy="72000"/>
            </a:xfrm>
            <a:prstGeom prst="rect">
              <a:avLst/>
            </a:prstGeom>
            <a:solidFill>
              <a:srgbClr val="7FE8F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/>
              <a:endParaRPr lang="ko-KR" altLang="en-US" sz="1100" kern="0" spc="-150" dirty="0">
                <a:solidFill>
                  <a:prstClr val="white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5070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34">
            <a:extLst>
              <a:ext uri="{FF2B5EF4-FFF2-40B4-BE49-F238E27FC236}">
                <a16:creationId xmlns:a16="http://schemas.microsoft.com/office/drawing/2014/main" id="{B75F0E08-27C1-4489-BDBF-317957B4404D}"/>
              </a:ext>
            </a:extLst>
          </p:cNvPr>
          <p:cNvSpPr/>
          <p:nvPr userDrawn="1"/>
        </p:nvSpPr>
        <p:spPr>
          <a:xfrm>
            <a:off x="2915431" y="9567397"/>
            <a:ext cx="1017688" cy="33570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3978" tIns="41989" rIns="83978" bIns="41989" rtlCol="0" anchor="ctr"/>
          <a:lstStyle/>
          <a:p>
            <a:pPr marL="0" marR="0" lvl="0" indent="0" algn="ctr" defTabSz="8396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9CEF197-7386-4538-9D58-A97650223528}"/>
              </a:ext>
            </a:extLst>
          </p:cNvPr>
          <p:cNvSpPr txBox="1">
            <a:spLocks/>
          </p:cNvSpPr>
          <p:nvPr userDrawn="1"/>
        </p:nvSpPr>
        <p:spPr>
          <a:xfrm>
            <a:off x="2912491" y="9575384"/>
            <a:ext cx="1035492" cy="282403"/>
          </a:xfrm>
          <a:prstGeom prst="rect">
            <a:avLst/>
          </a:prstGeom>
        </p:spPr>
        <p:txBody>
          <a:bodyPr vert="horz" lIns="83978" tIns="41989" rIns="83978" bIns="41989" rtlCol="0" anchor="ctr"/>
          <a:lstStyle>
            <a:defPPr>
              <a:defRPr lang="en-US"/>
            </a:defPPr>
            <a:lvl1pPr marL="0" algn="ctr" defTabSz="995507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754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507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261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01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8768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6522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27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029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첨부 </a:t>
            </a:r>
            <a:r>
              <a:rPr kumimoji="1" lang="en-US" altLang="ko-KR" sz="1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fld id="{7ED7425D-C09B-2248-9AF9-E55F59E5F93F}" type="slidenum">
              <a:rPr kumimoji="1" lang="en-US" sz="10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sz="1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451207D-BB56-4702-B091-DA9E8BBFC8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325" y="9622916"/>
            <a:ext cx="722052" cy="22418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C7BE904-BF78-4124-B60F-F3B8F069FB3F}"/>
              </a:ext>
            </a:extLst>
          </p:cNvPr>
          <p:cNvGrpSpPr/>
          <p:nvPr userDrawn="1"/>
        </p:nvGrpSpPr>
        <p:grpSpPr>
          <a:xfrm>
            <a:off x="-1053218" y="376518"/>
            <a:ext cx="722102" cy="6104966"/>
            <a:chOff x="-1436894" y="-623089"/>
            <a:chExt cx="1035570" cy="865233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19B81F1-2CC4-457D-A418-B4EF91C1A81F}"/>
                </a:ext>
              </a:extLst>
            </p:cNvPr>
            <p:cNvGrpSpPr/>
            <p:nvPr/>
          </p:nvGrpSpPr>
          <p:grpSpPr>
            <a:xfrm>
              <a:off x="-1436894" y="-623089"/>
              <a:ext cx="1035570" cy="1932582"/>
              <a:chOff x="1698105" y="2663569"/>
              <a:chExt cx="1035570" cy="1932582"/>
            </a:xfrm>
          </p:grpSpPr>
          <p:sp>
            <p:nvSpPr>
              <p:cNvPr id="37" name="AutoShape 96">
                <a:extLst>
                  <a:ext uri="{FF2B5EF4-FFF2-40B4-BE49-F238E27FC236}">
                    <a16:creationId xmlns:a16="http://schemas.microsoft.com/office/drawing/2014/main" id="{E9915C78-2F5D-4F8F-B6F8-F7F85B2C3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169911"/>
                <a:ext cx="1035570" cy="188599"/>
              </a:xfrm>
              <a:prstGeom prst="rect">
                <a:avLst/>
              </a:prstGeom>
              <a:solidFill>
                <a:srgbClr val="AAE6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170,230,255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8" name="AutoShape 97">
                <a:extLst>
                  <a:ext uri="{FF2B5EF4-FFF2-40B4-BE49-F238E27FC236}">
                    <a16:creationId xmlns:a16="http://schemas.microsoft.com/office/drawing/2014/main" id="{CF6F5D94-12B0-47CA-A906-C72EDD2E4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663977"/>
                <a:ext cx="1035570" cy="189793"/>
              </a:xfrm>
              <a:prstGeom prst="rect">
                <a:avLst/>
              </a:prstGeom>
              <a:solidFill>
                <a:srgbClr val="1EB4F5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/>
                <a:r>
                  <a:rPr lang="en-US" altLang="ko-KR" sz="70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30,180,245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9" name="AutoShape 98">
                <a:extLst>
                  <a:ext uri="{FF2B5EF4-FFF2-40B4-BE49-F238E27FC236}">
                    <a16:creationId xmlns:a16="http://schemas.microsoft.com/office/drawing/2014/main" id="{32EF0624-C4DF-465A-8B59-B16FB4FDA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416517"/>
                <a:ext cx="1035570" cy="189793"/>
              </a:xfrm>
              <a:prstGeom prst="rect">
                <a:avLst/>
              </a:prstGeom>
              <a:solidFill>
                <a:srgbClr val="64D2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100,210,255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0" name="AutoShape 115">
                <a:extLst>
                  <a:ext uri="{FF2B5EF4-FFF2-40B4-BE49-F238E27FC236}">
                    <a16:creationId xmlns:a16="http://schemas.microsoft.com/office/drawing/2014/main" id="{CC9A4327-D5CF-4069-B147-BF2E3C0A4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923985"/>
                <a:ext cx="1035570" cy="188599"/>
              </a:xfrm>
              <a:prstGeom prst="rect">
                <a:avLst/>
              </a:prstGeom>
              <a:solidFill>
                <a:srgbClr val="D2F0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210,240,255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1" name="AutoShape 106">
                <a:extLst>
                  <a:ext uri="{FF2B5EF4-FFF2-40B4-BE49-F238E27FC236}">
                    <a16:creationId xmlns:a16="http://schemas.microsoft.com/office/drawing/2014/main" id="{3578347D-004D-4B77-8C9A-298668F6D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911438"/>
                <a:ext cx="1035570" cy="189793"/>
              </a:xfrm>
              <a:prstGeom prst="rect">
                <a:avLst/>
              </a:prstGeom>
              <a:solidFill>
                <a:srgbClr val="1482CD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20,130,205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2" name="AutoShape 110">
                <a:extLst>
                  <a:ext uri="{FF2B5EF4-FFF2-40B4-BE49-F238E27FC236}">
                    <a16:creationId xmlns:a16="http://schemas.microsoft.com/office/drawing/2014/main" id="{CB2649A8-854C-49A3-8007-8AEB21B1C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158897"/>
                <a:ext cx="1035570" cy="189793"/>
              </a:xfrm>
              <a:prstGeom prst="rect">
                <a:avLst/>
              </a:prstGeom>
              <a:solidFill>
                <a:srgbClr val="13509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3" name="AutoShape 110">
                <a:extLst>
                  <a:ext uri="{FF2B5EF4-FFF2-40B4-BE49-F238E27FC236}">
                    <a16:creationId xmlns:a16="http://schemas.microsoft.com/office/drawing/2014/main" id="{D155D413-CE03-4166-A7EA-56232A3FD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406358"/>
                <a:ext cx="1035570" cy="189793"/>
              </a:xfrm>
              <a:prstGeom prst="rect">
                <a:avLst/>
              </a:prstGeom>
              <a:solidFill>
                <a:srgbClr val="113C6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17,60,110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4" name="AutoShape 110">
                <a:extLst>
                  <a:ext uri="{FF2B5EF4-FFF2-40B4-BE49-F238E27FC236}">
                    <a16:creationId xmlns:a16="http://schemas.microsoft.com/office/drawing/2014/main" id="{CD55486E-3B2C-4064-A546-B7E6796600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72BA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 err="1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</a:t>
                </a:r>
                <a:r>
                  <a:rPr lang="ko-KR" altLang="en-US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en-US" altLang="ko-KR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13509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27F05EF-41D7-4970-BED9-6CC4148CC158}"/>
                </a:ext>
              </a:extLst>
            </p:cNvPr>
            <p:cNvGrpSpPr/>
            <p:nvPr/>
          </p:nvGrpSpPr>
          <p:grpSpPr>
            <a:xfrm>
              <a:off x="-1436894" y="3857143"/>
              <a:ext cx="1035570" cy="1932582"/>
              <a:chOff x="523875" y="2663569"/>
              <a:chExt cx="1035570" cy="1932582"/>
            </a:xfrm>
          </p:grpSpPr>
          <p:sp>
            <p:nvSpPr>
              <p:cNvPr id="29" name="AutoShape 96">
                <a:extLst>
                  <a:ext uri="{FF2B5EF4-FFF2-40B4-BE49-F238E27FC236}">
                    <a16:creationId xmlns:a16="http://schemas.microsoft.com/office/drawing/2014/main" id="{EA441EEB-FA3B-4A8C-8EF6-FBEE7FF66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170251"/>
                <a:ext cx="1035570" cy="188599"/>
              </a:xfrm>
              <a:prstGeom prst="rect">
                <a:avLst/>
              </a:prstGeom>
              <a:solidFill>
                <a:srgbClr val="FFB4B4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255,180,180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" name="AutoShape 97">
                <a:extLst>
                  <a:ext uri="{FF2B5EF4-FFF2-40B4-BE49-F238E27FC236}">
                    <a16:creationId xmlns:a16="http://schemas.microsoft.com/office/drawing/2014/main" id="{A39A6527-9E5E-45A6-9262-A90858A1D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663977"/>
                <a:ext cx="1035570" cy="189793"/>
              </a:xfrm>
              <a:prstGeom prst="rect">
                <a:avLst/>
              </a:prstGeom>
              <a:solidFill>
                <a:srgbClr val="FF5A5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255,90,90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1" name="AutoShape 98">
                <a:extLst>
                  <a:ext uri="{FF2B5EF4-FFF2-40B4-BE49-F238E27FC236}">
                    <a16:creationId xmlns:a16="http://schemas.microsoft.com/office/drawing/2014/main" id="{BE19C67D-3313-41D9-A155-F8A69DA47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416517"/>
                <a:ext cx="1035570" cy="189793"/>
              </a:xfrm>
              <a:prstGeom prst="rect">
                <a:avLst/>
              </a:prstGeom>
              <a:solidFill>
                <a:srgbClr val="FF8C8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255,140,140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2" name="AutoShape 115">
                <a:extLst>
                  <a:ext uri="{FF2B5EF4-FFF2-40B4-BE49-F238E27FC236}">
                    <a16:creationId xmlns:a16="http://schemas.microsoft.com/office/drawing/2014/main" id="{B08A33EE-6332-49E1-90B4-5A15A11A0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923985"/>
                <a:ext cx="1035570" cy="188599"/>
              </a:xfrm>
              <a:prstGeom prst="rect">
                <a:avLst/>
              </a:prstGeom>
              <a:solidFill>
                <a:srgbClr val="FFDCD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lvl="0" algn="ctr" defTabSz="457200" rtl="0" eaLnBrk="0" latinLnBrk="0" hangingPunct="0"/>
                <a:r>
                  <a:rPr kumimoji="1" lang="en-US" altLang="ko-KR" sz="700" b="1" kern="12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255,220,220</a:t>
                </a:r>
                <a:endParaRPr kumimoji="1" lang="ko-KR" altLang="en-US" sz="700" b="1" kern="12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33" name="AutoShape 106">
                <a:extLst>
                  <a:ext uri="{FF2B5EF4-FFF2-40B4-BE49-F238E27FC236}">
                    <a16:creationId xmlns:a16="http://schemas.microsoft.com/office/drawing/2014/main" id="{E9F62658-F82E-430D-8FC1-4BD2901A0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911438"/>
                <a:ext cx="1035570" cy="189793"/>
              </a:xfrm>
              <a:prstGeom prst="rect">
                <a:avLst/>
              </a:prstGeom>
              <a:solidFill>
                <a:srgbClr val="FF1E28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255,30,40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4" name="AutoShape 110">
                <a:extLst>
                  <a:ext uri="{FF2B5EF4-FFF2-40B4-BE49-F238E27FC236}">
                    <a16:creationId xmlns:a16="http://schemas.microsoft.com/office/drawing/2014/main" id="{956C31B4-4197-473E-8A88-CE84F7D93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158897"/>
                <a:ext cx="1035570" cy="189793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255,10,10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5" name="AutoShape 110">
                <a:extLst>
                  <a:ext uri="{FF2B5EF4-FFF2-40B4-BE49-F238E27FC236}">
                    <a16:creationId xmlns:a16="http://schemas.microsoft.com/office/drawing/2014/main" id="{3DDAF24C-678D-4034-9EC0-C8C40D578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406358"/>
                <a:ext cx="1035570" cy="189793"/>
              </a:xfrm>
              <a:prstGeom prst="rect">
                <a:avLst/>
              </a:prstGeom>
              <a:solidFill>
                <a:srgbClr val="E60012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230,0,18 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</a:t>
                </a:r>
                <a:r>
                  <a:rPr lang="en-US" altLang="ko-KR" sz="300" b="0" dirty="0" err="1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ActivoRED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)</a:t>
                </a:r>
                <a:endParaRPr lang="ko-KR" altLang="en-US" sz="3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6" name="AutoShape 110">
                <a:extLst>
                  <a:ext uri="{FF2B5EF4-FFF2-40B4-BE49-F238E27FC236}">
                    <a16:creationId xmlns:a16="http://schemas.microsoft.com/office/drawing/2014/main" id="{B2CE6B3C-6FD5-4BB4-9A2D-1A5A258AC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E60012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 err="1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</a:t>
                </a:r>
                <a:r>
                  <a:rPr lang="ko-KR" altLang="en-US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en-US" altLang="ko-KR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230,0,18</a:t>
                </a: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323CCFD-8983-47D6-9348-DD0EA07EA73B}"/>
                </a:ext>
              </a:extLst>
            </p:cNvPr>
            <p:cNvGrpSpPr/>
            <p:nvPr/>
          </p:nvGrpSpPr>
          <p:grpSpPr>
            <a:xfrm>
              <a:off x="-1436894" y="6097855"/>
              <a:ext cx="1035570" cy="1931388"/>
              <a:chOff x="523875" y="4640861"/>
              <a:chExt cx="1035570" cy="1931388"/>
            </a:xfrm>
          </p:grpSpPr>
          <p:sp>
            <p:nvSpPr>
              <p:cNvPr id="21" name="AutoShape 89">
                <a:extLst>
                  <a:ext uri="{FF2B5EF4-FFF2-40B4-BE49-F238E27FC236}">
                    <a16:creationId xmlns:a16="http://schemas.microsoft.com/office/drawing/2014/main" id="{3F7C8E4E-6E57-46C0-B28F-249943494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899913"/>
                <a:ext cx="1035570" cy="188599"/>
              </a:xfrm>
              <a:prstGeom prst="rect">
                <a:avLst/>
              </a:prstGeom>
              <a:solidFill>
                <a:srgbClr val="EBE1F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235,225,245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2" name="AutoShape 90">
                <a:extLst>
                  <a:ext uri="{FF2B5EF4-FFF2-40B4-BE49-F238E27FC236}">
                    <a16:creationId xmlns:a16="http://schemas.microsoft.com/office/drawing/2014/main" id="{192BA65E-C11E-4C69-AC73-C26ED6A59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393299"/>
                <a:ext cx="1035570" cy="189793"/>
              </a:xfrm>
              <a:prstGeom prst="rect">
                <a:avLst/>
              </a:prstGeom>
              <a:solidFill>
                <a:srgbClr val="C8B4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200,180,230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3" name="AutoShape 91">
                <a:extLst>
                  <a:ext uri="{FF2B5EF4-FFF2-40B4-BE49-F238E27FC236}">
                    <a16:creationId xmlns:a16="http://schemas.microsoft.com/office/drawing/2014/main" id="{EB1FFDB8-FA53-4CA9-90CB-57D89FCDF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146009"/>
                <a:ext cx="1035570" cy="189793"/>
              </a:xfrm>
              <a:prstGeom prst="rect">
                <a:avLst/>
              </a:prstGeom>
              <a:solidFill>
                <a:srgbClr val="DCC8EB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220,200,235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4" name="AutoShape 92">
                <a:extLst>
                  <a:ext uri="{FF2B5EF4-FFF2-40B4-BE49-F238E27FC236}">
                    <a16:creationId xmlns:a16="http://schemas.microsoft.com/office/drawing/2014/main" id="{AEDAD144-3029-4155-900A-8E8E84A65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640589"/>
                <a:ext cx="1035570" cy="189793"/>
              </a:xfrm>
              <a:prstGeom prst="rect">
                <a:avLst/>
              </a:prstGeom>
              <a:solidFill>
                <a:srgbClr val="A57DC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165,125,205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5" name="AutoShape 108">
                <a:extLst>
                  <a:ext uri="{FF2B5EF4-FFF2-40B4-BE49-F238E27FC236}">
                    <a16:creationId xmlns:a16="http://schemas.microsoft.com/office/drawing/2014/main" id="{D4E8539B-AC9E-470F-A240-EE6D80E737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887879"/>
                <a:ext cx="1035570" cy="189793"/>
              </a:xfrm>
              <a:prstGeom prst="rect">
                <a:avLst/>
              </a:prstGeom>
              <a:solidFill>
                <a:srgbClr val="8C50B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140,80,190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6" name="AutoShape 112">
                <a:extLst>
                  <a:ext uri="{FF2B5EF4-FFF2-40B4-BE49-F238E27FC236}">
                    <a16:creationId xmlns:a16="http://schemas.microsoft.com/office/drawing/2014/main" id="{87291A4E-C61E-42E2-9207-DA87FD9A9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135169"/>
                <a:ext cx="1035570" cy="189793"/>
              </a:xfrm>
              <a:prstGeom prst="rect">
                <a:avLst/>
              </a:prstGeom>
              <a:solidFill>
                <a:srgbClr val="6405A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100,5,165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7" name="AutoShape 112">
                <a:extLst>
                  <a:ext uri="{FF2B5EF4-FFF2-40B4-BE49-F238E27FC236}">
                    <a16:creationId xmlns:a16="http://schemas.microsoft.com/office/drawing/2014/main" id="{E985CA2F-114A-4536-984D-555B0B9AA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382456"/>
                <a:ext cx="1035570" cy="189793"/>
              </a:xfrm>
              <a:prstGeom prst="rect">
                <a:avLst/>
              </a:prstGeom>
              <a:solidFill>
                <a:srgbClr val="5A008C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90,0,140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8" name="AutoShape 113">
                <a:extLst>
                  <a:ext uri="{FF2B5EF4-FFF2-40B4-BE49-F238E27FC236}">
                    <a16:creationId xmlns:a16="http://schemas.microsoft.com/office/drawing/2014/main" id="{87C20868-E105-495E-8BB4-0C9BCA7C2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CAAED7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 err="1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</a:t>
                </a:r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90,0,140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5A008C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786F04A-F0ED-4BDB-A622-9A6571330CC9}"/>
                </a:ext>
              </a:extLst>
            </p:cNvPr>
            <p:cNvGrpSpPr/>
            <p:nvPr/>
          </p:nvGrpSpPr>
          <p:grpSpPr>
            <a:xfrm>
              <a:off x="-1436894" y="1617624"/>
              <a:ext cx="1035570" cy="1931388"/>
              <a:chOff x="1698105" y="4640861"/>
              <a:chExt cx="1035570" cy="1931388"/>
            </a:xfrm>
          </p:grpSpPr>
          <p:sp>
            <p:nvSpPr>
              <p:cNvPr id="10" name="AutoShape 89">
                <a:extLst>
                  <a:ext uri="{FF2B5EF4-FFF2-40B4-BE49-F238E27FC236}">
                    <a16:creationId xmlns:a16="http://schemas.microsoft.com/office/drawing/2014/main" id="{70AEB845-10A5-4CFA-A0A5-E63066983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899913"/>
                <a:ext cx="1035570" cy="188599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230,230,230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2" name="AutoShape 90">
                <a:extLst>
                  <a:ext uri="{FF2B5EF4-FFF2-40B4-BE49-F238E27FC236}">
                    <a16:creationId xmlns:a16="http://schemas.microsoft.com/office/drawing/2014/main" id="{FE0AE1CD-9D73-41A0-9063-D605D32B7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393299"/>
                <a:ext cx="1035570" cy="189793"/>
              </a:xfrm>
              <a:prstGeom prst="rect">
                <a:avLst/>
              </a:pr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170,170,170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3" name="AutoShape 91">
                <a:extLst>
                  <a:ext uri="{FF2B5EF4-FFF2-40B4-BE49-F238E27FC236}">
                    <a16:creationId xmlns:a16="http://schemas.microsoft.com/office/drawing/2014/main" id="{2896A792-6458-44F7-BC65-DF9209B99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146009"/>
                <a:ext cx="1035570" cy="189793"/>
              </a:xfrm>
              <a:prstGeom prst="rect">
                <a:avLst/>
              </a:pr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210,210,210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4" name="AutoShape 92">
                <a:extLst>
                  <a:ext uri="{FF2B5EF4-FFF2-40B4-BE49-F238E27FC236}">
                    <a16:creationId xmlns:a16="http://schemas.microsoft.com/office/drawing/2014/main" id="{4FD14D01-B56E-48B1-A21A-8671D3373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640589"/>
                <a:ext cx="1035570" cy="189793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130,130,130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5" name="AutoShape 108">
                <a:extLst>
                  <a:ext uri="{FF2B5EF4-FFF2-40B4-BE49-F238E27FC236}">
                    <a16:creationId xmlns:a16="http://schemas.microsoft.com/office/drawing/2014/main" id="{33DF624E-A215-4022-8812-0BB0FBEDA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887879"/>
                <a:ext cx="1035570" cy="189793"/>
              </a:xfrm>
              <a:prstGeom prst="rect">
                <a:avLst/>
              </a:prstGeom>
              <a:solidFill>
                <a:srgbClr val="5A5A5A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90,90,90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6" name="AutoShape 112">
                <a:extLst>
                  <a:ext uri="{FF2B5EF4-FFF2-40B4-BE49-F238E27FC236}">
                    <a16:creationId xmlns:a16="http://schemas.microsoft.com/office/drawing/2014/main" id="{245FC206-4E2C-437A-87EF-6CD85D3E1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135169"/>
                <a:ext cx="1035570" cy="189793"/>
              </a:xfrm>
              <a:prstGeom prst="rect">
                <a:avLst/>
              </a:prstGeom>
              <a:solidFill>
                <a:srgbClr val="46464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70,70,70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7" name="AutoShape 112">
                <a:extLst>
                  <a:ext uri="{FF2B5EF4-FFF2-40B4-BE49-F238E27FC236}">
                    <a16:creationId xmlns:a16="http://schemas.microsoft.com/office/drawing/2014/main" id="{44212FDC-55A5-46C9-BDFE-D3868B115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382456"/>
                <a:ext cx="1035570" cy="189793"/>
              </a:xfrm>
              <a:prstGeom prst="rect">
                <a:avLst/>
              </a:prstGeom>
              <a:solidFill>
                <a:srgbClr val="323232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0" name="AutoShape 113">
                <a:extLst>
                  <a:ext uri="{FF2B5EF4-FFF2-40B4-BE49-F238E27FC236}">
                    <a16:creationId xmlns:a16="http://schemas.microsoft.com/office/drawing/2014/main" id="{2DE0BF8E-B787-4753-8FA8-507328D36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 err="1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</a:t>
                </a:r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323232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0A39901B-BF51-1A8A-34AF-F2C7DCA858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3375" y="9617827"/>
            <a:ext cx="1140051" cy="2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3" r:id="rId2"/>
  </p:sldLayoutIdLst>
  <p:txStyles>
    <p:titleStyle>
      <a:lvl1pPr algn="ctr" defTabSz="2213572" rtl="0" eaLnBrk="1" latinLnBrk="1" hangingPunct="1">
        <a:spcBef>
          <a:spcPct val="0"/>
        </a:spcBef>
        <a:buNone/>
        <a:defRPr sz="106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0087" indent="-830087" algn="l" defTabSz="2213572" rtl="0" eaLnBrk="1" latinLnBrk="1" hangingPunct="1">
        <a:spcBef>
          <a:spcPct val="20000"/>
        </a:spcBef>
        <a:buFont typeface="Arial" pitchFamily="34" charset="0"/>
        <a:buChar char="•"/>
        <a:defRPr sz="7859" kern="1200">
          <a:solidFill>
            <a:schemeClr val="tx1"/>
          </a:solidFill>
          <a:latin typeface="+mn-lt"/>
          <a:ea typeface="+mn-ea"/>
          <a:cs typeface="+mn-cs"/>
        </a:defRPr>
      </a:lvl1pPr>
      <a:lvl2pPr marL="1798529" indent="-691745" algn="l" defTabSz="2213572" rtl="0" eaLnBrk="1" latinLnBrk="1" hangingPunct="1">
        <a:spcBef>
          <a:spcPct val="20000"/>
        </a:spcBef>
        <a:buFont typeface="Arial" pitchFamily="34" charset="0"/>
        <a:buChar char="–"/>
        <a:defRPr sz="6702" kern="1200">
          <a:solidFill>
            <a:schemeClr val="tx1"/>
          </a:solidFill>
          <a:latin typeface="+mn-lt"/>
          <a:ea typeface="+mn-ea"/>
          <a:cs typeface="+mn-cs"/>
        </a:defRPr>
      </a:lvl2pPr>
      <a:lvl3pPr marL="2766966" indent="-553394" algn="l" defTabSz="2213572" rtl="0" eaLnBrk="1" latinLnBrk="1" hangingPunct="1">
        <a:spcBef>
          <a:spcPct val="20000"/>
        </a:spcBef>
        <a:buFont typeface="Arial" pitchFamily="34" charset="0"/>
        <a:buChar char="•"/>
        <a:defRPr sz="5778" kern="1200">
          <a:solidFill>
            <a:schemeClr val="tx1"/>
          </a:solidFill>
          <a:latin typeface="+mn-lt"/>
          <a:ea typeface="+mn-ea"/>
          <a:cs typeface="+mn-cs"/>
        </a:defRPr>
      </a:lvl3pPr>
      <a:lvl4pPr marL="3873754" indent="-553394" algn="l" defTabSz="2213572" rtl="0" eaLnBrk="1" latinLnBrk="1" hangingPunct="1">
        <a:spcBef>
          <a:spcPct val="20000"/>
        </a:spcBef>
        <a:buFont typeface="Arial" pitchFamily="34" charset="0"/>
        <a:buChar char="–"/>
        <a:defRPr sz="4853" kern="1200">
          <a:solidFill>
            <a:schemeClr val="tx1"/>
          </a:solidFill>
          <a:latin typeface="+mn-lt"/>
          <a:ea typeface="+mn-ea"/>
          <a:cs typeface="+mn-cs"/>
        </a:defRPr>
      </a:lvl4pPr>
      <a:lvl5pPr marL="4980538" indent="-553394" algn="l" defTabSz="2213572" rtl="0" eaLnBrk="1" latinLnBrk="1" hangingPunct="1">
        <a:spcBef>
          <a:spcPct val="20000"/>
        </a:spcBef>
        <a:buFont typeface="Arial" pitchFamily="34" charset="0"/>
        <a:buChar char="»"/>
        <a:defRPr sz="4853" kern="1200">
          <a:solidFill>
            <a:schemeClr val="tx1"/>
          </a:solidFill>
          <a:latin typeface="+mn-lt"/>
          <a:ea typeface="+mn-ea"/>
          <a:cs typeface="+mn-cs"/>
        </a:defRPr>
      </a:lvl5pPr>
      <a:lvl6pPr marL="6087323" indent="-553394" algn="l" defTabSz="2213572" rtl="0" eaLnBrk="1" latinLnBrk="1" hangingPunct="1">
        <a:spcBef>
          <a:spcPct val="20000"/>
        </a:spcBef>
        <a:buFont typeface="Arial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6pPr>
      <a:lvl7pPr marL="7194114" indent="-553394" algn="l" defTabSz="2213572" rtl="0" eaLnBrk="1" latinLnBrk="1" hangingPunct="1">
        <a:spcBef>
          <a:spcPct val="20000"/>
        </a:spcBef>
        <a:buFont typeface="Arial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7pPr>
      <a:lvl8pPr marL="8300897" indent="-553394" algn="l" defTabSz="2213572" rtl="0" eaLnBrk="1" latinLnBrk="1" hangingPunct="1">
        <a:spcBef>
          <a:spcPct val="20000"/>
        </a:spcBef>
        <a:buFont typeface="Arial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8pPr>
      <a:lvl9pPr marL="9407686" indent="-553394" algn="l" defTabSz="2213572" rtl="0" eaLnBrk="1" latinLnBrk="1" hangingPunct="1">
        <a:spcBef>
          <a:spcPct val="20000"/>
        </a:spcBef>
        <a:buFont typeface="Arial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1pPr>
      <a:lvl2pPr marL="1106787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2pPr>
      <a:lvl3pPr marL="2213572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3pPr>
      <a:lvl4pPr marL="3320359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4pPr>
      <a:lvl5pPr marL="4427145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5pPr>
      <a:lvl6pPr marL="5533934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6pPr>
      <a:lvl7pPr marL="6640717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7pPr>
      <a:lvl8pPr marL="7747504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8pPr>
      <a:lvl9pPr marL="8854292" algn="l" defTabSz="2213572" rtl="0" eaLnBrk="1" latinLnBrk="1" hangingPunct="1">
        <a:defRPr sz="43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6023" userDrawn="1">
          <p15:clr>
            <a:srgbClr val="F26B43"/>
          </p15:clr>
        </p15:guide>
        <p15:guide id="4" orient="horz" pos="217" userDrawn="1">
          <p15:clr>
            <a:srgbClr val="F26B43"/>
          </p15:clr>
        </p15:guide>
        <p15:guide id="5" pos="4110" userDrawn="1">
          <p15:clr>
            <a:srgbClr val="F26B43"/>
          </p15:clr>
        </p15:guide>
        <p15:guide id="7" pos="210" userDrawn="1">
          <p15:clr>
            <a:srgbClr val="F26B43"/>
          </p15:clr>
        </p15:guide>
        <p15:guide id="8" orient="horz" pos="535" userDrawn="1">
          <p15:clr>
            <a:srgbClr val="F26B43"/>
          </p15:clr>
        </p15:guide>
        <p15:guide id="9" pos="2160" userDrawn="1">
          <p15:clr>
            <a:srgbClr val="F26B43"/>
          </p15:clr>
        </p15:guide>
        <p15:guide id="10" orient="horz" pos="784" userDrawn="1">
          <p15:clr>
            <a:srgbClr val="F26B43"/>
          </p15:clr>
        </p15:guide>
        <p15:guide id="12" orient="horz" pos="3120" userDrawn="1">
          <p15:clr>
            <a:srgbClr val="F26B43"/>
          </p15:clr>
        </p15:guide>
        <p15:guide id="13" orient="horz" pos="444" userDrawn="1">
          <p15:clr>
            <a:srgbClr val="F26B43"/>
          </p15:clr>
        </p15:guide>
        <p15:guide id="14" pos="119" userDrawn="1">
          <p15:clr>
            <a:srgbClr val="F26B43"/>
          </p15:clr>
        </p15:guide>
        <p15:guide id="16" pos="4201" userDrawn="1">
          <p15:clr>
            <a:srgbClr val="F26B43"/>
          </p15:clr>
        </p15:guide>
        <p15:guide id="19" orient="horz" pos="5932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0</Words>
  <Application>Microsoft Office PowerPoint</Application>
  <PresentationFormat>A4 용지(210x297mm)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7" baseType="lpstr">
      <vt:lpstr>KoPub돋움체 Bold</vt:lpstr>
      <vt:lpstr>KoPub돋움체 Medium</vt:lpstr>
      <vt:lpstr>Rix고딕 B</vt:lpstr>
      <vt:lpstr>나눔고딕</vt:lpstr>
      <vt:lpstr>맑은 고딕</vt:lpstr>
      <vt:lpstr>Arial</vt:lpstr>
      <vt:lpstr>제안서 마스터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94</cp:revision>
  <dcterms:created xsi:type="dcterms:W3CDTF">2021-04-04T03:38:05Z</dcterms:created>
  <dcterms:modified xsi:type="dcterms:W3CDTF">2026-09-19T01:48:11Z</dcterms:modified>
</cp:coreProperties>
</file>