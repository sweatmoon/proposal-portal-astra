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handoutMasterIdLst>
    <p:handoutMasterId r:id="rId3"/>
  </p:handoutMasterIdLst>
  <p:sldIdLst>
    <p:sldId id="292" r:id="rId2"/>
  </p:sldIdLst>
  <p:sldSz cx="9906000" cy="6858000" type="A4"/>
  <p:notesSz cx="9144000" cy="6858000"/>
  <p:defaultTextStyle>
    <a:defPPr>
      <a:defRPr lang="en-US"/>
    </a:defPPr>
    <a:lvl1pPr marL="0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3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7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20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94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66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41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14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88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404040"/>
    <a:srgbClr val="D2D2D2"/>
    <a:srgbClr val="828282"/>
    <a:srgbClr val="AAAAAA"/>
    <a:srgbClr val="D9D9D9"/>
    <a:srgbClr val="E2E6EA"/>
    <a:srgbClr val="B0F7FE"/>
    <a:srgbClr val="001E7E"/>
    <a:srgbClr val="165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343" autoAdjust="0"/>
  </p:normalViewPr>
  <p:slideViewPr>
    <p:cSldViewPr snapToGrid="0" showGuides="1">
      <p:cViewPr>
        <p:scale>
          <a:sx n="150" d="100"/>
          <a:sy n="150" d="100"/>
        </p:scale>
        <p:origin x="108" y="1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139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65EDAC5-12DD-4086-8440-6AB47247C8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CD6CD1-F588-4783-8A90-F81E01624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315A6-5B64-46A6-A706-6C3B14B8946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41CFD0-110E-47D1-AD36-97A7954C8A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8B5879-F878-4A00-AAC5-FAE349B387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C7649-53EC-43D1-B4A6-E9EE41E7E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372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7D6B1-0E90-8C86-3653-441E2B9F9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A1E908-BF1C-B9BC-8B29-CF4BBFEE3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874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 감리 품질보증 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85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017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xStyles>
    <p:titleStyle>
      <a:lvl1pPr algn="ctr" defTabSz="1532520" rtl="0" eaLnBrk="1" latinLnBrk="1" hangingPunct="1">
        <a:spcBef>
          <a:spcPct val="0"/>
        </a:spcBef>
        <a:buNone/>
        <a:defRPr sz="73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4693" indent="-574693" algn="l" defTabSz="1532520" rtl="0" eaLnBrk="1" latinLnBrk="1" hangingPunct="1">
        <a:spcBef>
          <a:spcPct val="20000"/>
        </a:spcBef>
        <a:buFont typeface="Arial" pitchFamily="34" charset="0"/>
        <a:buChar char="•"/>
        <a:defRPr sz="5441" kern="1200">
          <a:solidFill>
            <a:schemeClr val="tx1"/>
          </a:solidFill>
          <a:latin typeface="+mn-lt"/>
          <a:ea typeface="+mn-ea"/>
          <a:cs typeface="+mn-cs"/>
        </a:defRPr>
      </a:lvl1pPr>
      <a:lvl2pPr marL="1245174" indent="-478915" algn="l" defTabSz="1532520" rtl="0" eaLnBrk="1" latinLnBrk="1" hangingPunct="1">
        <a:spcBef>
          <a:spcPct val="20000"/>
        </a:spcBef>
        <a:buFont typeface="Arial" pitchFamily="34" charset="0"/>
        <a:buChar char="–"/>
        <a:defRPr sz="4640" kern="1200">
          <a:solidFill>
            <a:schemeClr val="tx1"/>
          </a:solidFill>
          <a:latin typeface="+mn-lt"/>
          <a:ea typeface="+mn-ea"/>
          <a:cs typeface="+mn-cs"/>
        </a:defRPr>
      </a:lvl2pPr>
      <a:lvl3pPr marL="1915651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2681912" indent="-383131" algn="l" defTabSz="1532520" rtl="0" eaLnBrk="1" latinLnBrk="1" hangingPunct="1">
        <a:spcBef>
          <a:spcPct val="20000"/>
        </a:spcBef>
        <a:buFont typeface="Arial" pitchFamily="34" charset="0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4pPr>
      <a:lvl5pPr marL="3448171" indent="-383131" algn="l" defTabSz="1532520" rtl="0" eaLnBrk="1" latinLnBrk="1" hangingPunct="1">
        <a:spcBef>
          <a:spcPct val="20000"/>
        </a:spcBef>
        <a:buFont typeface="Arial" pitchFamily="34" charset="0"/>
        <a:buChar char="»"/>
        <a:defRPr sz="3360" kern="1200">
          <a:solidFill>
            <a:schemeClr val="tx1"/>
          </a:solidFill>
          <a:latin typeface="+mn-lt"/>
          <a:ea typeface="+mn-ea"/>
          <a:cs typeface="+mn-cs"/>
        </a:defRPr>
      </a:lvl5pPr>
      <a:lvl6pPr marL="4214430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6pPr>
      <a:lvl7pPr marL="4980694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7pPr>
      <a:lvl8pPr marL="5746952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8pPr>
      <a:lvl9pPr marL="6513214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1pPr>
      <a:lvl2pPr marL="76626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2pPr>
      <a:lvl3pPr marL="1532520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3pPr>
      <a:lvl4pPr marL="229878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4pPr>
      <a:lvl5pPr marL="306504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5pPr>
      <a:lvl6pPr marL="3831303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6pPr>
      <a:lvl7pPr marL="459756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7pPr>
      <a:lvl8pPr marL="5363822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8pPr>
      <a:lvl9pPr marL="6130083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4088" userDrawn="1">
          <p15:clr>
            <a:srgbClr val="F26B43"/>
          </p15:clr>
        </p15:guide>
        <p15:guide id="4" orient="horz" pos="232" userDrawn="1">
          <p15:clr>
            <a:srgbClr val="F26B43"/>
          </p15:clr>
        </p15:guide>
        <p15:guide id="5" pos="5910" userDrawn="1">
          <p15:clr>
            <a:srgbClr val="F26B43"/>
          </p15:clr>
        </p15:guide>
        <p15:guide id="7" pos="330" userDrawn="1">
          <p15:clr>
            <a:srgbClr val="F26B43"/>
          </p15:clr>
        </p15:guide>
        <p15:guide id="8" orient="horz" pos="436" userDrawn="1">
          <p15:clr>
            <a:srgbClr val="F26B43"/>
          </p15:clr>
        </p15:guide>
        <p15:guide id="9" pos="3120" userDrawn="1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4" orient="horz" pos="1003" userDrawn="1">
          <p15:clr>
            <a:srgbClr val="F26B43"/>
          </p15:clr>
        </p15:guide>
        <p15:guide id="17" orient="horz" pos="7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TextBox 1268">
            <a:extLst>
              <a:ext uri="{FF2B5EF4-FFF2-40B4-BE49-F238E27FC236}">
                <a16:creationId xmlns:a16="http://schemas.microsoft.com/office/drawing/2014/main" id="{4057D731-D28B-D69B-FEFE-20F412BADE6E}"/>
              </a:ext>
            </a:extLst>
          </p:cNvPr>
          <p:cNvSpPr txBox="1"/>
          <p:nvPr/>
        </p:nvSpPr>
        <p:spPr>
          <a:xfrm>
            <a:off x="745617" y="692150"/>
            <a:ext cx="8420608" cy="433451"/>
          </a:xfrm>
          <a:prstGeom prst="rect">
            <a:avLst/>
          </a:prstGeom>
        </p:spPr>
        <p:txBody>
          <a:bodyPr lIns="171450" tIns="0" rIns="0" bIns="0" rtlCol="0" anchor="ctr"/>
          <a:lstStyle>
            <a:defPPr>
              <a:defRPr lang="en-US"/>
            </a:defPPr>
            <a:lvl1pPr>
              <a:defRPr sz="2000" spc="-50">
                <a:solidFill>
                  <a:srgbClr val="000000"/>
                </a:solidFill>
                <a:latin typeface="KoPub돋움체 Bold"/>
              </a:defRPr>
            </a:lvl1pPr>
          </a:lstStyle>
          <a:p>
            <a:r>
              <a:rPr lang="en-US" altLang="ko-KR" b="1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b="1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제목</a:t>
            </a:r>
            <a:r>
              <a:rPr lang="en-US" altLang="ko-KR" b="1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endParaRPr lang="en-US" b="1" dirty="0">
              <a:ln w="12700" cap="flat" cmpd="sng" algn="ctr">
                <a:solidFill>
                  <a:srgbClr val="FF0000">
                    <a:alpha val="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사각형: 둥근 한쪽 모서리 54">
            <a:extLst>
              <a:ext uri="{FF2B5EF4-FFF2-40B4-BE49-F238E27FC236}">
                <a16:creationId xmlns:a16="http://schemas.microsoft.com/office/drawing/2014/main" id="{22EC88D2-6AEF-E9D2-020C-7B618A8683C1}"/>
              </a:ext>
            </a:extLst>
          </p:cNvPr>
          <p:cNvSpPr/>
          <p:nvPr/>
        </p:nvSpPr>
        <p:spPr>
          <a:xfrm flipV="1">
            <a:off x="1" y="1148556"/>
            <a:ext cx="9906000" cy="458787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/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E99EF3F-4565-1260-F106-91972D3A2BA7}"/>
              </a:ext>
            </a:extLst>
          </p:cNvPr>
          <p:cNvSpPr txBox="1"/>
          <p:nvPr/>
        </p:nvSpPr>
        <p:spPr>
          <a:xfrm>
            <a:off x="1157224" y="1182365"/>
            <a:ext cx="7598664" cy="394335"/>
          </a:xfrm>
          <a:prstGeom prst="rect">
            <a:avLst/>
          </a:prstGeom>
        </p:spPr>
        <p:txBody>
          <a:bodyPr lIns="34290" tIns="0" rIns="34290" bIns="0" rtlCol="0" anchor="ctr"/>
          <a:lstStyle/>
          <a:p>
            <a:pPr>
              <a:lnSpc>
                <a:spcPct val="110000"/>
              </a:lnSpc>
            </a:pPr>
            <a:r>
              <a:rPr lang="ko-KR" altLang="en-US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제안사는 소속 감리원들의 지속적인 최신 기술 습득과 역량 유지를 위하여 내</a:t>
            </a:r>
            <a:r>
              <a:rPr lang="en-US" altLang="ko-KR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외부 교육 프로그램의 적극적인 참여를 지원하고 있습니다</a:t>
            </a:r>
            <a:r>
              <a:rPr lang="en-US" altLang="ko-KR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ko-KR" altLang="en-US" sz="1100" spc="-6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참여 감리원들은 “</a:t>
            </a:r>
            <a:r>
              <a:rPr lang="en-US" altLang="ko-KR" sz="1100" spc="-6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</a:t>
            </a:r>
            <a:r>
              <a:rPr lang="ko-KR" altLang="en-US" sz="1100" spc="-6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년마다 </a:t>
            </a:r>
            <a:r>
              <a:rPr lang="en-US" altLang="ko-KR" sz="1100" spc="-6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40</a:t>
            </a:r>
            <a:r>
              <a:rPr lang="ko-KR" altLang="en-US" sz="1100" spc="-6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시간 이상”의 감리원 자격 기준을 충족</a:t>
            </a:r>
            <a:r>
              <a:rPr lang="ko-KR" altLang="en-US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하고 있습니다</a:t>
            </a:r>
            <a:r>
              <a:rPr lang="en-US" altLang="ko-KR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11" name="사각형: 둥근 한쪽 모서리 54">
            <a:extLst>
              <a:ext uri="{FF2B5EF4-FFF2-40B4-BE49-F238E27FC236}">
                <a16:creationId xmlns:a16="http://schemas.microsoft.com/office/drawing/2014/main" id="{73C1E83B-29E9-3B26-109B-389D23EA419B}"/>
              </a:ext>
            </a:extLst>
          </p:cNvPr>
          <p:cNvSpPr/>
          <p:nvPr/>
        </p:nvSpPr>
        <p:spPr>
          <a:xfrm>
            <a:off x="523875" y="2047845"/>
            <a:ext cx="8858250" cy="252949"/>
          </a:xfrm>
          <a:prstGeom prst="rect">
            <a:avLst/>
          </a:prstGeom>
          <a:pattFill prst="narHorz">
            <a:fgClr>
              <a:srgbClr val="D2F0FF"/>
            </a:fgClr>
            <a:bgClr>
              <a:srgbClr val="ABE3FF"/>
            </a:bgClr>
          </a:patt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/>
            <a:endParaRPr/>
          </a:p>
        </p:txBody>
      </p:sp>
      <p:sp>
        <p:nvSpPr>
          <p:cNvPr id="29" name="사각형: 둥근 모서리 130">
            <a:extLst>
              <a:ext uri="{FF2B5EF4-FFF2-40B4-BE49-F238E27FC236}">
                <a16:creationId xmlns:a16="http://schemas.microsoft.com/office/drawing/2014/main" id="{EC4AF679-0A1F-6CE8-3E35-6DBE1CBCC78C}"/>
              </a:ext>
            </a:extLst>
          </p:cNvPr>
          <p:cNvSpPr/>
          <p:nvPr/>
        </p:nvSpPr>
        <p:spPr>
          <a:xfrm>
            <a:off x="6024958" y="1700213"/>
            <a:ext cx="1509390" cy="823912"/>
          </a:xfrm>
          <a:prstGeom prst="roundRect">
            <a:avLst>
              <a:gd name="adj" fmla="val 2213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252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/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EEC5D55A-45F7-41D3-DD39-5916942CB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4088" y="1700213"/>
            <a:ext cx="1368510" cy="267024"/>
          </a:xfrm>
          <a:prstGeom prst="round2SameRect">
            <a:avLst>
              <a:gd name="adj1" fmla="val 0"/>
              <a:gd name="adj2" fmla="val 35671"/>
            </a:avLst>
          </a:prstGeom>
          <a:solidFill>
            <a:srgbClr val="1EB4F5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000" rIns="0" bIns="0" rtlCol="0" anchor="ctr"/>
          <a:lstStyle>
            <a:defPPr>
              <a:defRPr lang="en-US"/>
            </a:defPPr>
            <a:lvl1pPr algn="ctr" eaLnBrk="0" hangingPunct="0">
              <a:defRPr kumimoji="1" sz="1200" spc="-15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</a:rPr>
              <a:t>교육 시간 합계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8688BE-441B-0D63-6DCB-1317EAEFF7F3}"/>
              </a:ext>
            </a:extLst>
          </p:cNvPr>
          <p:cNvSpPr txBox="1"/>
          <p:nvPr/>
        </p:nvSpPr>
        <p:spPr bwMode="auto">
          <a:xfrm>
            <a:off x="6146387" y="1930054"/>
            <a:ext cx="1266532" cy="55399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pc="-10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13509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</a:t>
            </a:r>
            <a:r>
              <a:rPr lang="ko-KR" altLang="en-US" spc="-10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13509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교육시간합계</a:t>
            </a:r>
            <a:r>
              <a:rPr lang="en-US" altLang="ko-KR" spc="-10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13509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 </a:t>
            </a:r>
            <a:r>
              <a:rPr lang="en-US" altLang="ko-KR" spc="-100" dirty="0" err="1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13509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시간</a:t>
            </a:r>
            <a:endParaRPr lang="en-US" altLang="ko-KR" spc="-100" dirty="0">
              <a:ln w="12700" cap="flat" cmpd="sng" algn="ctr">
                <a:solidFill>
                  <a:srgbClr val="FF0000">
                    <a:alpha val="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13509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2" name="사각형: 둥근 모서리 130">
            <a:extLst>
              <a:ext uri="{FF2B5EF4-FFF2-40B4-BE49-F238E27FC236}">
                <a16:creationId xmlns:a16="http://schemas.microsoft.com/office/drawing/2014/main" id="{C31E5091-CDCA-270B-7E8E-2292C15FF2B4}"/>
              </a:ext>
            </a:extLst>
          </p:cNvPr>
          <p:cNvSpPr/>
          <p:nvPr/>
        </p:nvSpPr>
        <p:spPr>
          <a:xfrm>
            <a:off x="7707633" y="1700213"/>
            <a:ext cx="1509390" cy="823912"/>
          </a:xfrm>
          <a:prstGeom prst="roundRect">
            <a:avLst>
              <a:gd name="adj" fmla="val 2213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25200" rIns="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/>
          </a:p>
        </p:txBody>
      </p:sp>
      <p:sp>
        <p:nvSpPr>
          <p:cNvPr id="33" name="Text Box 30">
            <a:extLst>
              <a:ext uri="{FF2B5EF4-FFF2-40B4-BE49-F238E27FC236}">
                <a16:creationId xmlns:a16="http://schemas.microsoft.com/office/drawing/2014/main" id="{C5762787-E0DC-2C04-71FA-2B43F8475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6763" y="1700213"/>
            <a:ext cx="1368510" cy="267024"/>
          </a:xfrm>
          <a:prstGeom prst="round2SameRect">
            <a:avLst>
              <a:gd name="adj1" fmla="val 0"/>
              <a:gd name="adj2" fmla="val 35671"/>
            </a:avLst>
          </a:prstGeom>
          <a:solidFill>
            <a:srgbClr val="E6001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000" rIns="0" bIns="0" rtlCol="0" anchor="ctr"/>
          <a:lstStyle>
            <a:defPPr>
              <a:defRPr lang="en-US"/>
            </a:defPPr>
            <a:lvl1pPr algn="ctr" eaLnBrk="0" hangingPunct="0">
              <a:defRPr kumimoji="1" sz="1200" spc="-15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</a:rPr>
              <a:t>교육 시간 평균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39396D-2A56-A00A-14E9-A0197FD6C9B9}"/>
              </a:ext>
            </a:extLst>
          </p:cNvPr>
          <p:cNvSpPr txBox="1"/>
          <p:nvPr/>
        </p:nvSpPr>
        <p:spPr bwMode="auto">
          <a:xfrm>
            <a:off x="7829066" y="1930054"/>
            <a:ext cx="1266528" cy="55399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pc="-10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E6001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</a:t>
            </a:r>
            <a:r>
              <a:rPr lang="ko-KR" altLang="en-US" spc="-10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E6001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교육시간평균</a:t>
            </a:r>
            <a:r>
              <a:rPr lang="en-US" altLang="ko-KR" spc="-10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E6001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 </a:t>
            </a:r>
            <a:r>
              <a:rPr lang="en-US" altLang="ko-KR" spc="-100" dirty="0" err="1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E6001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시간</a:t>
            </a:r>
            <a:endParaRPr lang="en-US" altLang="ko-KR" spc="-100" dirty="0">
              <a:ln w="12700" cap="flat" cmpd="sng" algn="ctr">
                <a:solidFill>
                  <a:srgbClr val="FF0000">
                    <a:alpha val="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E60012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5" name="사각형: 위쪽 모서리의 한쪽은 둥글고 다른 한쪽은 잘림 34">
            <a:extLst>
              <a:ext uri="{FF2B5EF4-FFF2-40B4-BE49-F238E27FC236}">
                <a16:creationId xmlns:a16="http://schemas.microsoft.com/office/drawing/2014/main" id="{69F82E57-ABBA-7C12-BD51-8A6F66A905B5}"/>
              </a:ext>
            </a:extLst>
          </p:cNvPr>
          <p:cNvSpPr/>
          <p:nvPr/>
        </p:nvSpPr>
        <p:spPr>
          <a:xfrm flipH="1">
            <a:off x="4184592" y="1700213"/>
            <a:ext cx="1711902" cy="776762"/>
          </a:xfrm>
          <a:prstGeom prst="snipRoundRect">
            <a:avLst>
              <a:gd name="adj1" fmla="val 0"/>
              <a:gd name="adj2" fmla="val 44686"/>
            </a:avLst>
          </a:prstGeom>
          <a:solidFill>
            <a:srgbClr val="0072BA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72000" bIns="0" rtlCol="0" anchor="ctr"/>
          <a:lstStyle/>
          <a:p>
            <a: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200" b="0" kern="120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충분한</a:t>
            </a:r>
            <a:r>
              <a:rPr lang="en-US" altLang="ko-KR" sz="1200" b="0" kern="120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 </a:t>
            </a:r>
            <a:r>
              <a:rPr lang="ko-KR" altLang="en-US" sz="1200" b="0" kern="120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계속교육</a:t>
            </a:r>
          </a:p>
          <a:p>
            <a: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200" b="0" kern="120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이수 </a:t>
            </a:r>
            <a:r>
              <a:rPr lang="ko-KR" altLang="en-US" sz="1200" b="0" kern="120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실적</a:t>
            </a:r>
          </a:p>
        </p:txBody>
      </p:sp>
      <p:graphicFrame>
        <p:nvGraphicFramePr>
          <p:cNvPr id="36" name="Group 93">
            <a:extLst>
              <a:ext uri="{FF2B5EF4-FFF2-40B4-BE49-F238E27FC236}">
                <a16:creationId xmlns:a16="http://schemas.microsoft.com/office/drawing/2014/main" id="{DD04F069-8066-EB3C-DB50-28CC87B0C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461378"/>
              </p:ext>
            </p:extLst>
          </p:nvPr>
        </p:nvGraphicFramePr>
        <p:xfrm>
          <a:off x="523875" y="2476974"/>
          <a:ext cx="8858250" cy="3900936"/>
        </p:xfrm>
        <a:graphic>
          <a:graphicData uri="http://schemas.openxmlformats.org/drawingml/2006/table">
            <a:tbl>
              <a:tblPr bandCol="1"/>
              <a:tblGrid>
                <a:gridCol w="860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3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617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투입 인력</a:t>
                      </a:r>
                      <a:endParaRPr kumimoji="1" lang="ko-KR" altLang="en-US" sz="1100" b="1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3266" marB="32659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교 육 명</a:t>
                      </a:r>
                      <a:endParaRPr kumimoji="1" lang="ko-KR" altLang="en-US" sz="1100" b="1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3266" marB="32659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총 이수 시간</a:t>
                      </a:r>
                      <a:endParaRPr kumimoji="1" lang="ko-KR" altLang="en-US" sz="1100" b="1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3266" marB="32659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교육 기관</a:t>
                      </a:r>
                      <a:endParaRPr kumimoji="1" lang="ko-KR" altLang="en-US" sz="1100" b="1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3266" marB="32659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17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이름</a:t>
                      </a:r>
                      <a:r>
                        <a:rPr kumimoji="1" lang="en-US" altLang="ko-KR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1]</a:t>
                      </a:r>
                    </a:p>
                  </a:txBody>
                  <a:tcPr marL="32659" marR="32659" marT="6532" marB="6532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[</a:t>
                      </a:r>
                      <a:r>
                        <a:rPr kumimoji="1" lang="ko-KR" altLang="en-US" sz="105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교육명</a:t>
                      </a: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]</a:t>
                      </a:r>
                      <a:endParaRPr kumimoji="1" lang="ko-KR" altLang="en-US" sz="105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108000" marR="32659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교육시간</a:t>
                      </a:r>
                      <a:r>
                        <a:rPr kumimoji="1" lang="en-US" altLang="ko-KR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]</a:t>
                      </a:r>
                    </a:p>
                  </a:txBody>
                  <a:tcPr marL="32659" marR="32659" marT="6532" marB="65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53252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[</a:t>
                      </a:r>
                      <a:r>
                        <a:rPr kumimoji="1" lang="ko-KR" altLang="en-US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교육기관</a:t>
                      </a: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]</a:t>
                      </a:r>
                      <a:endParaRPr kumimoji="1" lang="ko-KR" altLang="en-US" sz="105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17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이름</a:t>
                      </a:r>
                      <a:r>
                        <a:rPr kumimoji="1" lang="en-US" altLang="ko-KR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2]</a:t>
                      </a:r>
                    </a:p>
                  </a:txBody>
                  <a:tcPr marL="32659" marR="32659" marT="6532" marB="6532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[</a:t>
                      </a:r>
                      <a:r>
                        <a:rPr kumimoji="1" lang="ko-KR" altLang="en-US" sz="105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교육명</a:t>
                      </a: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]</a:t>
                      </a:r>
                      <a:endParaRPr kumimoji="1" lang="ko-KR" altLang="en-US" sz="105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108000" marR="32659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교육시간</a:t>
                      </a:r>
                      <a:r>
                        <a:rPr kumimoji="1" lang="en-US" altLang="ko-KR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]</a:t>
                      </a:r>
                    </a:p>
                  </a:txBody>
                  <a:tcPr marL="32659" marR="32659" marT="6532" marB="65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53252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[</a:t>
                      </a:r>
                      <a:r>
                        <a:rPr kumimoji="1" lang="ko-KR" altLang="en-US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교육기관</a:t>
                      </a: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]</a:t>
                      </a:r>
                      <a:endParaRPr kumimoji="1" lang="ko-KR" altLang="en-US" sz="105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234835"/>
                  </a:ext>
                </a:extLst>
              </a:tr>
              <a:tr h="487617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이름</a:t>
                      </a:r>
                      <a:r>
                        <a:rPr kumimoji="1" lang="en-US" altLang="ko-KR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3]</a:t>
                      </a:r>
                    </a:p>
                  </a:txBody>
                  <a:tcPr marL="32659" marR="32659" marT="6532" marB="6532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[</a:t>
                      </a:r>
                      <a:r>
                        <a:rPr kumimoji="1" lang="ko-KR" altLang="en-US" sz="105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교육명</a:t>
                      </a: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]</a:t>
                      </a:r>
                      <a:endParaRPr kumimoji="1" lang="ko-KR" altLang="en-US" sz="105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108000" marR="32659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교육시간</a:t>
                      </a:r>
                      <a:r>
                        <a:rPr kumimoji="1" lang="en-US" altLang="ko-KR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]</a:t>
                      </a:r>
                    </a:p>
                  </a:txBody>
                  <a:tcPr marL="32659" marR="32659" marT="6532" marB="65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53252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[</a:t>
                      </a:r>
                      <a:r>
                        <a:rPr kumimoji="1" lang="ko-KR" altLang="en-US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교육기관</a:t>
                      </a: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]</a:t>
                      </a:r>
                      <a:endParaRPr kumimoji="1" lang="ko-KR" altLang="en-US" sz="105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552294"/>
                  </a:ext>
                </a:extLst>
              </a:tr>
              <a:tr h="487617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이름</a:t>
                      </a:r>
                      <a:r>
                        <a:rPr kumimoji="1" lang="en-US" altLang="ko-KR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4]</a:t>
                      </a:r>
                    </a:p>
                  </a:txBody>
                  <a:tcPr marL="32659" marR="32659" marT="6532" marB="6532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[</a:t>
                      </a:r>
                      <a:r>
                        <a:rPr kumimoji="1" lang="ko-KR" altLang="en-US" sz="105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교육명</a:t>
                      </a: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]</a:t>
                      </a:r>
                      <a:endParaRPr kumimoji="1" lang="ko-KR" altLang="en-US" sz="105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108000" marR="32659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교육시간</a:t>
                      </a:r>
                      <a:r>
                        <a:rPr kumimoji="1" lang="en-US" altLang="ko-KR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]</a:t>
                      </a:r>
                    </a:p>
                  </a:txBody>
                  <a:tcPr marL="32659" marR="32659" marT="6532" marB="65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53252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[</a:t>
                      </a:r>
                      <a:r>
                        <a:rPr kumimoji="1" lang="ko-KR" altLang="en-US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교육기관</a:t>
                      </a: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]</a:t>
                      </a:r>
                      <a:endParaRPr kumimoji="1" lang="ko-KR" altLang="en-US" sz="105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80109"/>
                  </a:ext>
                </a:extLst>
              </a:tr>
              <a:tr h="487617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이름</a:t>
                      </a:r>
                      <a:r>
                        <a:rPr kumimoji="1" lang="en-US" altLang="ko-KR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5]</a:t>
                      </a:r>
                    </a:p>
                  </a:txBody>
                  <a:tcPr marL="32659" marR="32659" marT="6532" marB="6532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[</a:t>
                      </a:r>
                      <a:r>
                        <a:rPr kumimoji="1" lang="ko-KR" altLang="en-US" sz="105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교육명</a:t>
                      </a: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]</a:t>
                      </a:r>
                      <a:endParaRPr kumimoji="1" lang="ko-KR" altLang="en-US" sz="105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108000" marR="32659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교육시간</a:t>
                      </a:r>
                      <a:r>
                        <a:rPr kumimoji="1" lang="en-US" altLang="ko-KR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]</a:t>
                      </a:r>
                    </a:p>
                  </a:txBody>
                  <a:tcPr marL="32659" marR="32659" marT="6532" marB="65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53252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[</a:t>
                      </a:r>
                      <a:r>
                        <a:rPr kumimoji="1" lang="ko-KR" altLang="en-US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교육기관</a:t>
                      </a: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]</a:t>
                      </a:r>
                      <a:endParaRPr kumimoji="1" lang="ko-KR" altLang="en-US" sz="105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328865"/>
                  </a:ext>
                </a:extLst>
              </a:tr>
              <a:tr h="487617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이름</a:t>
                      </a:r>
                      <a:r>
                        <a:rPr kumimoji="1" lang="en-US" altLang="ko-KR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6]</a:t>
                      </a:r>
                    </a:p>
                  </a:txBody>
                  <a:tcPr marL="32659" marR="32659" marT="6532" marB="6532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[</a:t>
                      </a:r>
                      <a:r>
                        <a:rPr kumimoji="1" lang="ko-KR" altLang="en-US" sz="105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교육명</a:t>
                      </a: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]</a:t>
                      </a:r>
                      <a:endParaRPr kumimoji="1" lang="ko-KR" altLang="en-US" sz="105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108000" marR="32659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교육시간</a:t>
                      </a:r>
                      <a:r>
                        <a:rPr kumimoji="1" lang="en-US" altLang="ko-KR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]</a:t>
                      </a:r>
                    </a:p>
                  </a:txBody>
                  <a:tcPr marL="32659" marR="32659" marT="6532" marB="65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53252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[</a:t>
                      </a:r>
                      <a:r>
                        <a:rPr kumimoji="1" lang="ko-KR" altLang="en-US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교육기관</a:t>
                      </a: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]</a:t>
                      </a:r>
                      <a:endParaRPr kumimoji="1" lang="ko-KR" altLang="en-US" sz="105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908680"/>
                  </a:ext>
                </a:extLst>
              </a:tr>
              <a:tr h="487617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이름</a:t>
                      </a:r>
                      <a:r>
                        <a:rPr kumimoji="1" lang="en-US" altLang="ko-KR" sz="11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7]</a:t>
                      </a:r>
                    </a:p>
                  </a:txBody>
                  <a:tcPr marL="32659" marR="32659" marT="6532" marB="6532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[</a:t>
                      </a:r>
                      <a:r>
                        <a:rPr kumimoji="1" lang="ko-KR" altLang="en-US" sz="105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교육명</a:t>
                      </a: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]</a:t>
                      </a:r>
                      <a:endParaRPr kumimoji="1" lang="ko-KR" altLang="en-US" sz="105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108000" marR="32659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교육시간</a:t>
                      </a:r>
                      <a:r>
                        <a:rPr kumimoji="1" lang="en-US" altLang="ko-KR" sz="1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]</a:t>
                      </a:r>
                    </a:p>
                  </a:txBody>
                  <a:tcPr marL="32659" marR="32659" marT="6532" marB="65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53252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[</a:t>
                      </a:r>
                      <a:r>
                        <a:rPr kumimoji="1" lang="ko-KR" altLang="en-US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교육기관</a:t>
                      </a:r>
                      <a:r>
                        <a:rPr kumimoji="1" lang="en-US" altLang="ko-KR" sz="105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]</a:t>
                      </a:r>
                      <a:endParaRPr kumimoji="1" lang="ko-KR" altLang="en-US" sz="105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22224"/>
                  </a:ext>
                </a:extLst>
              </a:tr>
            </a:tbl>
          </a:graphicData>
        </a:graphic>
      </p:graphicFrame>
      <p:sp>
        <p:nvSpPr>
          <p:cNvPr id="37" name="Freeform 227">
            <a:extLst>
              <a:ext uri="{FF2B5EF4-FFF2-40B4-BE49-F238E27FC236}">
                <a16:creationId xmlns:a16="http://schemas.microsoft.com/office/drawing/2014/main" id="{93069895-01D9-ADFC-CE20-C6470AD762F0}"/>
              </a:ext>
            </a:extLst>
          </p:cNvPr>
          <p:cNvSpPr>
            <a:spLocks noEditPoints="1"/>
          </p:cNvSpPr>
          <p:nvPr/>
        </p:nvSpPr>
        <p:spPr bwMode="auto">
          <a:xfrm>
            <a:off x="1034754" y="2039108"/>
            <a:ext cx="173299" cy="200167"/>
          </a:xfrm>
          <a:custGeom>
            <a:avLst/>
            <a:gdLst>
              <a:gd name="T0" fmla="*/ 560 w 599"/>
              <a:gd name="T1" fmla="*/ 0 h 696"/>
              <a:gd name="T2" fmla="*/ 39 w 599"/>
              <a:gd name="T3" fmla="*/ 0 h 696"/>
              <a:gd name="T4" fmla="*/ 10 w 599"/>
              <a:gd name="T5" fmla="*/ 15 h 696"/>
              <a:gd name="T6" fmla="*/ 3 w 599"/>
              <a:gd name="T7" fmla="*/ 47 h 696"/>
              <a:gd name="T8" fmla="*/ 40 w 599"/>
              <a:gd name="T9" fmla="*/ 196 h 696"/>
              <a:gd name="T10" fmla="*/ 76 w 599"/>
              <a:gd name="T11" fmla="*/ 224 h 696"/>
              <a:gd name="T12" fmla="*/ 262 w 599"/>
              <a:gd name="T13" fmla="*/ 224 h 696"/>
              <a:gd name="T14" fmla="*/ 262 w 599"/>
              <a:gd name="T15" fmla="*/ 559 h 696"/>
              <a:gd name="T16" fmla="*/ 151 w 599"/>
              <a:gd name="T17" fmla="*/ 559 h 696"/>
              <a:gd name="T18" fmla="*/ 124 w 599"/>
              <a:gd name="T19" fmla="*/ 569 h 696"/>
              <a:gd name="T20" fmla="*/ 50 w 599"/>
              <a:gd name="T21" fmla="*/ 644 h 696"/>
              <a:gd name="T22" fmla="*/ 103 w 599"/>
              <a:gd name="T23" fmla="*/ 696 h 696"/>
              <a:gd name="T24" fmla="*/ 166 w 599"/>
              <a:gd name="T25" fmla="*/ 633 h 696"/>
              <a:gd name="T26" fmla="*/ 433 w 599"/>
              <a:gd name="T27" fmla="*/ 633 h 696"/>
              <a:gd name="T28" fmla="*/ 496 w 599"/>
              <a:gd name="T29" fmla="*/ 696 h 696"/>
              <a:gd name="T30" fmla="*/ 549 w 599"/>
              <a:gd name="T31" fmla="*/ 644 h 696"/>
              <a:gd name="T32" fmla="*/ 475 w 599"/>
              <a:gd name="T33" fmla="*/ 569 h 696"/>
              <a:gd name="T34" fmla="*/ 448 w 599"/>
              <a:gd name="T35" fmla="*/ 559 h 696"/>
              <a:gd name="T36" fmla="*/ 337 w 599"/>
              <a:gd name="T37" fmla="*/ 559 h 696"/>
              <a:gd name="T38" fmla="*/ 337 w 599"/>
              <a:gd name="T39" fmla="*/ 224 h 696"/>
              <a:gd name="T40" fmla="*/ 523 w 599"/>
              <a:gd name="T41" fmla="*/ 224 h 696"/>
              <a:gd name="T42" fmla="*/ 559 w 599"/>
              <a:gd name="T43" fmla="*/ 196 h 696"/>
              <a:gd name="T44" fmla="*/ 596 w 599"/>
              <a:gd name="T45" fmla="*/ 47 h 696"/>
              <a:gd name="T46" fmla="*/ 589 w 599"/>
              <a:gd name="T47" fmla="*/ 15 h 696"/>
              <a:gd name="T48" fmla="*/ 560 w 599"/>
              <a:gd name="T49" fmla="*/ 0 h 696"/>
              <a:gd name="T50" fmla="*/ 494 w 599"/>
              <a:gd name="T51" fmla="*/ 149 h 696"/>
              <a:gd name="T52" fmla="*/ 105 w 599"/>
              <a:gd name="T53" fmla="*/ 149 h 696"/>
              <a:gd name="T54" fmla="*/ 87 w 599"/>
              <a:gd name="T55" fmla="*/ 75 h 696"/>
              <a:gd name="T56" fmla="*/ 512 w 599"/>
              <a:gd name="T57" fmla="*/ 75 h 696"/>
              <a:gd name="T58" fmla="*/ 494 w 599"/>
              <a:gd name="T59" fmla="*/ 149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599" h="696">
                <a:moveTo>
                  <a:pt x="560" y="0"/>
                </a:moveTo>
                <a:cubicBezTo>
                  <a:pt x="39" y="0"/>
                  <a:pt x="39" y="0"/>
                  <a:pt x="39" y="0"/>
                </a:cubicBezTo>
                <a:cubicBezTo>
                  <a:pt x="28" y="0"/>
                  <a:pt x="17" y="6"/>
                  <a:pt x="10" y="15"/>
                </a:cubicBezTo>
                <a:cubicBezTo>
                  <a:pt x="3" y="24"/>
                  <a:pt x="0" y="36"/>
                  <a:pt x="3" y="47"/>
                </a:cubicBezTo>
                <a:cubicBezTo>
                  <a:pt x="40" y="196"/>
                  <a:pt x="40" y="196"/>
                  <a:pt x="40" y="196"/>
                </a:cubicBezTo>
                <a:cubicBezTo>
                  <a:pt x="44" y="212"/>
                  <a:pt x="59" y="224"/>
                  <a:pt x="76" y="224"/>
                </a:cubicBezTo>
                <a:cubicBezTo>
                  <a:pt x="262" y="224"/>
                  <a:pt x="262" y="224"/>
                  <a:pt x="262" y="224"/>
                </a:cubicBezTo>
                <a:cubicBezTo>
                  <a:pt x="262" y="559"/>
                  <a:pt x="262" y="559"/>
                  <a:pt x="262" y="559"/>
                </a:cubicBezTo>
                <a:cubicBezTo>
                  <a:pt x="151" y="559"/>
                  <a:pt x="151" y="559"/>
                  <a:pt x="151" y="559"/>
                </a:cubicBezTo>
                <a:cubicBezTo>
                  <a:pt x="141" y="559"/>
                  <a:pt x="131" y="562"/>
                  <a:pt x="124" y="569"/>
                </a:cubicBezTo>
                <a:cubicBezTo>
                  <a:pt x="50" y="644"/>
                  <a:pt x="50" y="644"/>
                  <a:pt x="50" y="644"/>
                </a:cubicBezTo>
                <a:cubicBezTo>
                  <a:pt x="103" y="696"/>
                  <a:pt x="103" y="696"/>
                  <a:pt x="103" y="696"/>
                </a:cubicBezTo>
                <a:cubicBezTo>
                  <a:pt x="166" y="633"/>
                  <a:pt x="166" y="633"/>
                  <a:pt x="166" y="633"/>
                </a:cubicBezTo>
                <a:cubicBezTo>
                  <a:pt x="433" y="633"/>
                  <a:pt x="433" y="633"/>
                  <a:pt x="433" y="633"/>
                </a:cubicBezTo>
                <a:cubicBezTo>
                  <a:pt x="496" y="696"/>
                  <a:pt x="496" y="696"/>
                  <a:pt x="496" y="696"/>
                </a:cubicBezTo>
                <a:cubicBezTo>
                  <a:pt x="549" y="644"/>
                  <a:pt x="549" y="644"/>
                  <a:pt x="549" y="644"/>
                </a:cubicBezTo>
                <a:cubicBezTo>
                  <a:pt x="475" y="569"/>
                  <a:pt x="475" y="569"/>
                  <a:pt x="475" y="569"/>
                </a:cubicBezTo>
                <a:cubicBezTo>
                  <a:pt x="468" y="562"/>
                  <a:pt x="458" y="559"/>
                  <a:pt x="448" y="559"/>
                </a:cubicBezTo>
                <a:cubicBezTo>
                  <a:pt x="337" y="559"/>
                  <a:pt x="337" y="559"/>
                  <a:pt x="337" y="559"/>
                </a:cubicBezTo>
                <a:cubicBezTo>
                  <a:pt x="337" y="224"/>
                  <a:pt x="337" y="224"/>
                  <a:pt x="337" y="224"/>
                </a:cubicBezTo>
                <a:cubicBezTo>
                  <a:pt x="523" y="224"/>
                  <a:pt x="523" y="224"/>
                  <a:pt x="523" y="224"/>
                </a:cubicBezTo>
                <a:cubicBezTo>
                  <a:pt x="540" y="224"/>
                  <a:pt x="555" y="212"/>
                  <a:pt x="559" y="196"/>
                </a:cubicBezTo>
                <a:cubicBezTo>
                  <a:pt x="596" y="47"/>
                  <a:pt x="596" y="47"/>
                  <a:pt x="596" y="47"/>
                </a:cubicBezTo>
                <a:cubicBezTo>
                  <a:pt x="599" y="36"/>
                  <a:pt x="596" y="24"/>
                  <a:pt x="589" y="15"/>
                </a:cubicBezTo>
                <a:cubicBezTo>
                  <a:pt x="582" y="6"/>
                  <a:pt x="571" y="0"/>
                  <a:pt x="560" y="0"/>
                </a:cubicBezTo>
                <a:close/>
                <a:moveTo>
                  <a:pt x="494" y="149"/>
                </a:moveTo>
                <a:cubicBezTo>
                  <a:pt x="105" y="149"/>
                  <a:pt x="105" y="149"/>
                  <a:pt x="105" y="149"/>
                </a:cubicBezTo>
                <a:cubicBezTo>
                  <a:pt x="87" y="75"/>
                  <a:pt x="87" y="75"/>
                  <a:pt x="87" y="75"/>
                </a:cubicBezTo>
                <a:cubicBezTo>
                  <a:pt x="512" y="75"/>
                  <a:pt x="512" y="75"/>
                  <a:pt x="512" y="75"/>
                </a:cubicBezTo>
                <a:lnTo>
                  <a:pt x="494" y="149"/>
                </a:lnTo>
                <a:close/>
              </a:path>
            </a:pathLst>
          </a:custGeom>
          <a:solidFill>
            <a:srgbClr val="1350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38" name="Freeform 228">
            <a:extLst>
              <a:ext uri="{FF2B5EF4-FFF2-40B4-BE49-F238E27FC236}">
                <a16:creationId xmlns:a16="http://schemas.microsoft.com/office/drawing/2014/main" id="{DE08F01F-401D-5655-E2A8-8F23DC4B5729}"/>
              </a:ext>
            </a:extLst>
          </p:cNvPr>
          <p:cNvSpPr>
            <a:spLocks noEditPoints="1"/>
          </p:cNvSpPr>
          <p:nvPr/>
        </p:nvSpPr>
        <p:spPr bwMode="auto">
          <a:xfrm>
            <a:off x="681440" y="2243305"/>
            <a:ext cx="107472" cy="182702"/>
          </a:xfrm>
          <a:custGeom>
            <a:avLst/>
            <a:gdLst>
              <a:gd name="T0" fmla="*/ 298 w 372"/>
              <a:gd name="T1" fmla="*/ 633 h 633"/>
              <a:gd name="T2" fmla="*/ 298 w 372"/>
              <a:gd name="T3" fmla="*/ 521 h 633"/>
              <a:gd name="T4" fmla="*/ 335 w 372"/>
              <a:gd name="T5" fmla="*/ 521 h 633"/>
              <a:gd name="T6" fmla="*/ 372 w 372"/>
              <a:gd name="T7" fmla="*/ 484 h 633"/>
              <a:gd name="T8" fmla="*/ 372 w 372"/>
              <a:gd name="T9" fmla="*/ 335 h 633"/>
              <a:gd name="T10" fmla="*/ 308 w 372"/>
              <a:gd name="T11" fmla="*/ 234 h 633"/>
              <a:gd name="T12" fmla="*/ 335 w 372"/>
              <a:gd name="T13" fmla="*/ 149 h 633"/>
              <a:gd name="T14" fmla="*/ 186 w 372"/>
              <a:gd name="T15" fmla="*/ 0 h 633"/>
              <a:gd name="T16" fmla="*/ 37 w 372"/>
              <a:gd name="T17" fmla="*/ 149 h 633"/>
              <a:gd name="T18" fmla="*/ 65 w 372"/>
              <a:gd name="T19" fmla="*/ 234 h 633"/>
              <a:gd name="T20" fmla="*/ 0 w 372"/>
              <a:gd name="T21" fmla="*/ 335 h 633"/>
              <a:gd name="T22" fmla="*/ 0 w 372"/>
              <a:gd name="T23" fmla="*/ 484 h 633"/>
              <a:gd name="T24" fmla="*/ 37 w 372"/>
              <a:gd name="T25" fmla="*/ 521 h 633"/>
              <a:gd name="T26" fmla="*/ 75 w 372"/>
              <a:gd name="T27" fmla="*/ 521 h 633"/>
              <a:gd name="T28" fmla="*/ 75 w 372"/>
              <a:gd name="T29" fmla="*/ 633 h 633"/>
              <a:gd name="T30" fmla="*/ 149 w 372"/>
              <a:gd name="T31" fmla="*/ 633 h 633"/>
              <a:gd name="T32" fmla="*/ 149 w 372"/>
              <a:gd name="T33" fmla="*/ 521 h 633"/>
              <a:gd name="T34" fmla="*/ 223 w 372"/>
              <a:gd name="T35" fmla="*/ 521 h 633"/>
              <a:gd name="T36" fmla="*/ 223 w 372"/>
              <a:gd name="T37" fmla="*/ 633 h 633"/>
              <a:gd name="T38" fmla="*/ 298 w 372"/>
              <a:gd name="T39" fmla="*/ 633 h 633"/>
              <a:gd name="T40" fmla="*/ 298 w 372"/>
              <a:gd name="T41" fmla="*/ 447 h 633"/>
              <a:gd name="T42" fmla="*/ 75 w 372"/>
              <a:gd name="T43" fmla="*/ 447 h 633"/>
              <a:gd name="T44" fmla="*/ 75 w 372"/>
              <a:gd name="T45" fmla="*/ 335 h 633"/>
              <a:gd name="T46" fmla="*/ 112 w 372"/>
              <a:gd name="T47" fmla="*/ 298 h 633"/>
              <a:gd name="T48" fmla="*/ 261 w 372"/>
              <a:gd name="T49" fmla="*/ 298 h 633"/>
              <a:gd name="T50" fmla="*/ 298 w 372"/>
              <a:gd name="T51" fmla="*/ 335 h 633"/>
              <a:gd name="T52" fmla="*/ 298 w 372"/>
              <a:gd name="T53" fmla="*/ 447 h 633"/>
              <a:gd name="T54" fmla="*/ 186 w 372"/>
              <a:gd name="T55" fmla="*/ 75 h 633"/>
              <a:gd name="T56" fmla="*/ 261 w 372"/>
              <a:gd name="T57" fmla="*/ 149 h 633"/>
              <a:gd name="T58" fmla="*/ 186 w 372"/>
              <a:gd name="T59" fmla="*/ 224 h 633"/>
              <a:gd name="T60" fmla="*/ 112 w 372"/>
              <a:gd name="T61" fmla="*/ 149 h 633"/>
              <a:gd name="T62" fmla="*/ 186 w 372"/>
              <a:gd name="T63" fmla="*/ 75 h 6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72" h="633">
                <a:moveTo>
                  <a:pt x="298" y="633"/>
                </a:moveTo>
                <a:cubicBezTo>
                  <a:pt x="298" y="521"/>
                  <a:pt x="298" y="521"/>
                  <a:pt x="298" y="521"/>
                </a:cubicBezTo>
                <a:cubicBezTo>
                  <a:pt x="335" y="521"/>
                  <a:pt x="335" y="521"/>
                  <a:pt x="335" y="521"/>
                </a:cubicBezTo>
                <a:cubicBezTo>
                  <a:pt x="356" y="521"/>
                  <a:pt x="372" y="505"/>
                  <a:pt x="372" y="484"/>
                </a:cubicBezTo>
                <a:cubicBezTo>
                  <a:pt x="372" y="335"/>
                  <a:pt x="372" y="335"/>
                  <a:pt x="372" y="335"/>
                </a:cubicBezTo>
                <a:cubicBezTo>
                  <a:pt x="372" y="291"/>
                  <a:pt x="346" y="252"/>
                  <a:pt x="308" y="234"/>
                </a:cubicBezTo>
                <a:cubicBezTo>
                  <a:pt x="325" y="210"/>
                  <a:pt x="335" y="181"/>
                  <a:pt x="335" y="149"/>
                </a:cubicBezTo>
                <a:cubicBezTo>
                  <a:pt x="335" y="67"/>
                  <a:pt x="268" y="0"/>
                  <a:pt x="186" y="0"/>
                </a:cubicBezTo>
                <a:cubicBezTo>
                  <a:pt x="104" y="0"/>
                  <a:pt x="37" y="67"/>
                  <a:pt x="37" y="149"/>
                </a:cubicBezTo>
                <a:cubicBezTo>
                  <a:pt x="37" y="181"/>
                  <a:pt x="48" y="210"/>
                  <a:pt x="65" y="234"/>
                </a:cubicBezTo>
                <a:cubicBezTo>
                  <a:pt x="27" y="252"/>
                  <a:pt x="0" y="291"/>
                  <a:pt x="0" y="335"/>
                </a:cubicBezTo>
                <a:cubicBezTo>
                  <a:pt x="0" y="484"/>
                  <a:pt x="0" y="484"/>
                  <a:pt x="0" y="484"/>
                </a:cubicBezTo>
                <a:cubicBezTo>
                  <a:pt x="0" y="505"/>
                  <a:pt x="17" y="521"/>
                  <a:pt x="37" y="521"/>
                </a:cubicBezTo>
                <a:cubicBezTo>
                  <a:pt x="75" y="521"/>
                  <a:pt x="75" y="521"/>
                  <a:pt x="75" y="521"/>
                </a:cubicBezTo>
                <a:cubicBezTo>
                  <a:pt x="75" y="633"/>
                  <a:pt x="75" y="633"/>
                  <a:pt x="75" y="633"/>
                </a:cubicBezTo>
                <a:cubicBezTo>
                  <a:pt x="149" y="633"/>
                  <a:pt x="149" y="633"/>
                  <a:pt x="149" y="633"/>
                </a:cubicBezTo>
                <a:cubicBezTo>
                  <a:pt x="149" y="521"/>
                  <a:pt x="149" y="521"/>
                  <a:pt x="149" y="521"/>
                </a:cubicBezTo>
                <a:cubicBezTo>
                  <a:pt x="223" y="521"/>
                  <a:pt x="223" y="521"/>
                  <a:pt x="223" y="521"/>
                </a:cubicBezTo>
                <a:cubicBezTo>
                  <a:pt x="223" y="633"/>
                  <a:pt x="223" y="633"/>
                  <a:pt x="223" y="633"/>
                </a:cubicBezTo>
                <a:lnTo>
                  <a:pt x="298" y="633"/>
                </a:lnTo>
                <a:close/>
                <a:moveTo>
                  <a:pt x="298" y="447"/>
                </a:moveTo>
                <a:cubicBezTo>
                  <a:pt x="75" y="447"/>
                  <a:pt x="75" y="447"/>
                  <a:pt x="75" y="447"/>
                </a:cubicBezTo>
                <a:cubicBezTo>
                  <a:pt x="75" y="335"/>
                  <a:pt x="75" y="335"/>
                  <a:pt x="75" y="335"/>
                </a:cubicBezTo>
                <a:cubicBezTo>
                  <a:pt x="75" y="315"/>
                  <a:pt x="91" y="298"/>
                  <a:pt x="112" y="298"/>
                </a:cubicBezTo>
                <a:cubicBezTo>
                  <a:pt x="261" y="298"/>
                  <a:pt x="261" y="298"/>
                  <a:pt x="261" y="298"/>
                </a:cubicBezTo>
                <a:cubicBezTo>
                  <a:pt x="281" y="298"/>
                  <a:pt x="298" y="315"/>
                  <a:pt x="298" y="335"/>
                </a:cubicBezTo>
                <a:lnTo>
                  <a:pt x="298" y="447"/>
                </a:lnTo>
                <a:close/>
                <a:moveTo>
                  <a:pt x="186" y="75"/>
                </a:moveTo>
                <a:cubicBezTo>
                  <a:pt x="227" y="75"/>
                  <a:pt x="261" y="108"/>
                  <a:pt x="261" y="149"/>
                </a:cubicBezTo>
                <a:cubicBezTo>
                  <a:pt x="261" y="190"/>
                  <a:pt x="227" y="224"/>
                  <a:pt x="186" y="224"/>
                </a:cubicBezTo>
                <a:cubicBezTo>
                  <a:pt x="145" y="224"/>
                  <a:pt x="112" y="190"/>
                  <a:pt x="112" y="149"/>
                </a:cubicBezTo>
                <a:cubicBezTo>
                  <a:pt x="112" y="108"/>
                  <a:pt x="145" y="75"/>
                  <a:pt x="186" y="75"/>
                </a:cubicBezTo>
                <a:close/>
              </a:path>
            </a:pathLst>
          </a:custGeom>
          <a:solidFill>
            <a:srgbClr val="1350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39" name="Freeform 229">
            <a:extLst>
              <a:ext uri="{FF2B5EF4-FFF2-40B4-BE49-F238E27FC236}">
                <a16:creationId xmlns:a16="http://schemas.microsoft.com/office/drawing/2014/main" id="{2E6DB829-DD9E-11E9-896A-5515F66D77DA}"/>
              </a:ext>
            </a:extLst>
          </p:cNvPr>
          <p:cNvSpPr>
            <a:spLocks noEditPoints="1"/>
          </p:cNvSpPr>
          <p:nvPr/>
        </p:nvSpPr>
        <p:spPr bwMode="auto">
          <a:xfrm>
            <a:off x="810406" y="2243305"/>
            <a:ext cx="107472" cy="171955"/>
          </a:xfrm>
          <a:custGeom>
            <a:avLst/>
            <a:gdLst>
              <a:gd name="T0" fmla="*/ 297 w 372"/>
              <a:gd name="T1" fmla="*/ 596 h 596"/>
              <a:gd name="T2" fmla="*/ 297 w 372"/>
              <a:gd name="T3" fmla="*/ 521 h 596"/>
              <a:gd name="T4" fmla="*/ 334 w 372"/>
              <a:gd name="T5" fmla="*/ 521 h 596"/>
              <a:gd name="T6" fmla="*/ 372 w 372"/>
              <a:gd name="T7" fmla="*/ 484 h 596"/>
              <a:gd name="T8" fmla="*/ 372 w 372"/>
              <a:gd name="T9" fmla="*/ 335 h 596"/>
              <a:gd name="T10" fmla="*/ 307 w 372"/>
              <a:gd name="T11" fmla="*/ 234 h 596"/>
              <a:gd name="T12" fmla="*/ 334 w 372"/>
              <a:gd name="T13" fmla="*/ 149 h 596"/>
              <a:gd name="T14" fmla="*/ 186 w 372"/>
              <a:gd name="T15" fmla="*/ 0 h 596"/>
              <a:gd name="T16" fmla="*/ 37 w 372"/>
              <a:gd name="T17" fmla="*/ 149 h 596"/>
              <a:gd name="T18" fmla="*/ 64 w 372"/>
              <a:gd name="T19" fmla="*/ 234 h 596"/>
              <a:gd name="T20" fmla="*/ 0 w 372"/>
              <a:gd name="T21" fmla="*/ 335 h 596"/>
              <a:gd name="T22" fmla="*/ 0 w 372"/>
              <a:gd name="T23" fmla="*/ 484 h 596"/>
              <a:gd name="T24" fmla="*/ 37 w 372"/>
              <a:gd name="T25" fmla="*/ 521 h 596"/>
              <a:gd name="T26" fmla="*/ 74 w 372"/>
              <a:gd name="T27" fmla="*/ 521 h 596"/>
              <a:gd name="T28" fmla="*/ 74 w 372"/>
              <a:gd name="T29" fmla="*/ 596 h 596"/>
              <a:gd name="T30" fmla="*/ 148 w 372"/>
              <a:gd name="T31" fmla="*/ 596 h 596"/>
              <a:gd name="T32" fmla="*/ 148 w 372"/>
              <a:gd name="T33" fmla="*/ 521 h 596"/>
              <a:gd name="T34" fmla="*/ 223 w 372"/>
              <a:gd name="T35" fmla="*/ 521 h 596"/>
              <a:gd name="T36" fmla="*/ 223 w 372"/>
              <a:gd name="T37" fmla="*/ 596 h 596"/>
              <a:gd name="T38" fmla="*/ 297 w 372"/>
              <a:gd name="T39" fmla="*/ 596 h 596"/>
              <a:gd name="T40" fmla="*/ 297 w 372"/>
              <a:gd name="T41" fmla="*/ 447 h 596"/>
              <a:gd name="T42" fmla="*/ 74 w 372"/>
              <a:gd name="T43" fmla="*/ 447 h 596"/>
              <a:gd name="T44" fmla="*/ 74 w 372"/>
              <a:gd name="T45" fmla="*/ 335 h 596"/>
              <a:gd name="T46" fmla="*/ 111 w 372"/>
              <a:gd name="T47" fmla="*/ 298 h 596"/>
              <a:gd name="T48" fmla="*/ 260 w 372"/>
              <a:gd name="T49" fmla="*/ 298 h 596"/>
              <a:gd name="T50" fmla="*/ 297 w 372"/>
              <a:gd name="T51" fmla="*/ 335 h 596"/>
              <a:gd name="T52" fmla="*/ 297 w 372"/>
              <a:gd name="T53" fmla="*/ 447 h 596"/>
              <a:gd name="T54" fmla="*/ 186 w 372"/>
              <a:gd name="T55" fmla="*/ 75 h 596"/>
              <a:gd name="T56" fmla="*/ 260 w 372"/>
              <a:gd name="T57" fmla="*/ 149 h 596"/>
              <a:gd name="T58" fmla="*/ 186 w 372"/>
              <a:gd name="T59" fmla="*/ 224 h 596"/>
              <a:gd name="T60" fmla="*/ 111 w 372"/>
              <a:gd name="T61" fmla="*/ 149 h 596"/>
              <a:gd name="T62" fmla="*/ 186 w 372"/>
              <a:gd name="T63" fmla="*/ 75 h 5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72" h="596">
                <a:moveTo>
                  <a:pt x="297" y="596"/>
                </a:moveTo>
                <a:cubicBezTo>
                  <a:pt x="297" y="521"/>
                  <a:pt x="297" y="521"/>
                  <a:pt x="297" y="521"/>
                </a:cubicBezTo>
                <a:cubicBezTo>
                  <a:pt x="334" y="521"/>
                  <a:pt x="334" y="521"/>
                  <a:pt x="334" y="521"/>
                </a:cubicBezTo>
                <a:cubicBezTo>
                  <a:pt x="355" y="521"/>
                  <a:pt x="372" y="505"/>
                  <a:pt x="372" y="484"/>
                </a:cubicBezTo>
                <a:cubicBezTo>
                  <a:pt x="372" y="335"/>
                  <a:pt x="372" y="335"/>
                  <a:pt x="372" y="335"/>
                </a:cubicBezTo>
                <a:cubicBezTo>
                  <a:pt x="372" y="291"/>
                  <a:pt x="345" y="252"/>
                  <a:pt x="307" y="234"/>
                </a:cubicBezTo>
                <a:cubicBezTo>
                  <a:pt x="324" y="210"/>
                  <a:pt x="334" y="181"/>
                  <a:pt x="334" y="149"/>
                </a:cubicBezTo>
                <a:cubicBezTo>
                  <a:pt x="334" y="67"/>
                  <a:pt x="268" y="0"/>
                  <a:pt x="186" y="0"/>
                </a:cubicBezTo>
                <a:cubicBezTo>
                  <a:pt x="104" y="0"/>
                  <a:pt x="37" y="67"/>
                  <a:pt x="37" y="149"/>
                </a:cubicBezTo>
                <a:cubicBezTo>
                  <a:pt x="37" y="181"/>
                  <a:pt x="47" y="210"/>
                  <a:pt x="64" y="234"/>
                </a:cubicBezTo>
                <a:cubicBezTo>
                  <a:pt x="26" y="252"/>
                  <a:pt x="0" y="291"/>
                  <a:pt x="0" y="335"/>
                </a:cubicBezTo>
                <a:cubicBezTo>
                  <a:pt x="0" y="484"/>
                  <a:pt x="0" y="484"/>
                  <a:pt x="0" y="484"/>
                </a:cubicBezTo>
                <a:cubicBezTo>
                  <a:pt x="0" y="505"/>
                  <a:pt x="16" y="521"/>
                  <a:pt x="37" y="521"/>
                </a:cubicBezTo>
                <a:cubicBezTo>
                  <a:pt x="74" y="521"/>
                  <a:pt x="74" y="521"/>
                  <a:pt x="74" y="521"/>
                </a:cubicBezTo>
                <a:cubicBezTo>
                  <a:pt x="74" y="596"/>
                  <a:pt x="74" y="596"/>
                  <a:pt x="74" y="596"/>
                </a:cubicBezTo>
                <a:cubicBezTo>
                  <a:pt x="148" y="596"/>
                  <a:pt x="148" y="596"/>
                  <a:pt x="148" y="596"/>
                </a:cubicBezTo>
                <a:cubicBezTo>
                  <a:pt x="148" y="521"/>
                  <a:pt x="148" y="521"/>
                  <a:pt x="148" y="521"/>
                </a:cubicBezTo>
                <a:cubicBezTo>
                  <a:pt x="223" y="521"/>
                  <a:pt x="223" y="521"/>
                  <a:pt x="223" y="521"/>
                </a:cubicBezTo>
                <a:cubicBezTo>
                  <a:pt x="223" y="596"/>
                  <a:pt x="223" y="596"/>
                  <a:pt x="223" y="596"/>
                </a:cubicBezTo>
                <a:lnTo>
                  <a:pt x="297" y="596"/>
                </a:lnTo>
                <a:close/>
                <a:moveTo>
                  <a:pt x="297" y="447"/>
                </a:moveTo>
                <a:cubicBezTo>
                  <a:pt x="74" y="447"/>
                  <a:pt x="74" y="447"/>
                  <a:pt x="74" y="447"/>
                </a:cubicBezTo>
                <a:cubicBezTo>
                  <a:pt x="74" y="335"/>
                  <a:pt x="74" y="335"/>
                  <a:pt x="74" y="335"/>
                </a:cubicBezTo>
                <a:cubicBezTo>
                  <a:pt x="74" y="315"/>
                  <a:pt x="91" y="298"/>
                  <a:pt x="111" y="298"/>
                </a:cubicBezTo>
                <a:cubicBezTo>
                  <a:pt x="260" y="298"/>
                  <a:pt x="260" y="298"/>
                  <a:pt x="260" y="298"/>
                </a:cubicBezTo>
                <a:cubicBezTo>
                  <a:pt x="281" y="298"/>
                  <a:pt x="297" y="315"/>
                  <a:pt x="297" y="335"/>
                </a:cubicBezTo>
                <a:lnTo>
                  <a:pt x="297" y="447"/>
                </a:lnTo>
                <a:close/>
                <a:moveTo>
                  <a:pt x="186" y="75"/>
                </a:moveTo>
                <a:cubicBezTo>
                  <a:pt x="227" y="75"/>
                  <a:pt x="260" y="108"/>
                  <a:pt x="260" y="149"/>
                </a:cubicBezTo>
                <a:cubicBezTo>
                  <a:pt x="260" y="190"/>
                  <a:pt x="227" y="224"/>
                  <a:pt x="186" y="224"/>
                </a:cubicBezTo>
                <a:cubicBezTo>
                  <a:pt x="145" y="224"/>
                  <a:pt x="111" y="190"/>
                  <a:pt x="111" y="149"/>
                </a:cubicBezTo>
                <a:cubicBezTo>
                  <a:pt x="111" y="108"/>
                  <a:pt x="145" y="75"/>
                  <a:pt x="186" y="75"/>
                </a:cubicBezTo>
                <a:close/>
              </a:path>
            </a:pathLst>
          </a:custGeom>
          <a:solidFill>
            <a:srgbClr val="1350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40" name="Freeform 230">
            <a:extLst>
              <a:ext uri="{FF2B5EF4-FFF2-40B4-BE49-F238E27FC236}">
                <a16:creationId xmlns:a16="http://schemas.microsoft.com/office/drawing/2014/main" id="{2323CE8B-B289-7BED-851C-6F3C9D45C265}"/>
              </a:ext>
            </a:extLst>
          </p:cNvPr>
          <p:cNvSpPr>
            <a:spLocks noEditPoints="1"/>
          </p:cNvSpPr>
          <p:nvPr/>
        </p:nvSpPr>
        <p:spPr bwMode="auto">
          <a:xfrm>
            <a:off x="1066996" y="2243305"/>
            <a:ext cx="108816" cy="171955"/>
          </a:xfrm>
          <a:custGeom>
            <a:avLst/>
            <a:gdLst>
              <a:gd name="T0" fmla="*/ 298 w 373"/>
              <a:gd name="T1" fmla="*/ 596 h 596"/>
              <a:gd name="T2" fmla="*/ 298 w 373"/>
              <a:gd name="T3" fmla="*/ 521 h 596"/>
              <a:gd name="T4" fmla="*/ 335 w 373"/>
              <a:gd name="T5" fmla="*/ 521 h 596"/>
              <a:gd name="T6" fmla="*/ 373 w 373"/>
              <a:gd name="T7" fmla="*/ 484 h 596"/>
              <a:gd name="T8" fmla="*/ 373 w 373"/>
              <a:gd name="T9" fmla="*/ 335 h 596"/>
              <a:gd name="T10" fmla="*/ 308 w 373"/>
              <a:gd name="T11" fmla="*/ 234 h 596"/>
              <a:gd name="T12" fmla="*/ 335 w 373"/>
              <a:gd name="T13" fmla="*/ 149 h 596"/>
              <a:gd name="T14" fmla="*/ 187 w 373"/>
              <a:gd name="T15" fmla="*/ 0 h 596"/>
              <a:gd name="T16" fmla="*/ 38 w 373"/>
              <a:gd name="T17" fmla="*/ 149 h 596"/>
              <a:gd name="T18" fmla="*/ 65 w 373"/>
              <a:gd name="T19" fmla="*/ 234 h 596"/>
              <a:gd name="T20" fmla="*/ 0 w 373"/>
              <a:gd name="T21" fmla="*/ 335 h 596"/>
              <a:gd name="T22" fmla="*/ 0 w 373"/>
              <a:gd name="T23" fmla="*/ 484 h 596"/>
              <a:gd name="T24" fmla="*/ 38 w 373"/>
              <a:gd name="T25" fmla="*/ 521 h 596"/>
              <a:gd name="T26" fmla="*/ 75 w 373"/>
              <a:gd name="T27" fmla="*/ 521 h 596"/>
              <a:gd name="T28" fmla="*/ 75 w 373"/>
              <a:gd name="T29" fmla="*/ 596 h 596"/>
              <a:gd name="T30" fmla="*/ 149 w 373"/>
              <a:gd name="T31" fmla="*/ 596 h 596"/>
              <a:gd name="T32" fmla="*/ 149 w 373"/>
              <a:gd name="T33" fmla="*/ 521 h 596"/>
              <a:gd name="T34" fmla="*/ 224 w 373"/>
              <a:gd name="T35" fmla="*/ 521 h 596"/>
              <a:gd name="T36" fmla="*/ 224 w 373"/>
              <a:gd name="T37" fmla="*/ 596 h 596"/>
              <a:gd name="T38" fmla="*/ 298 w 373"/>
              <a:gd name="T39" fmla="*/ 596 h 596"/>
              <a:gd name="T40" fmla="*/ 298 w 373"/>
              <a:gd name="T41" fmla="*/ 447 h 596"/>
              <a:gd name="T42" fmla="*/ 75 w 373"/>
              <a:gd name="T43" fmla="*/ 447 h 596"/>
              <a:gd name="T44" fmla="*/ 75 w 373"/>
              <a:gd name="T45" fmla="*/ 335 h 596"/>
              <a:gd name="T46" fmla="*/ 112 w 373"/>
              <a:gd name="T47" fmla="*/ 298 h 596"/>
              <a:gd name="T48" fmla="*/ 261 w 373"/>
              <a:gd name="T49" fmla="*/ 298 h 596"/>
              <a:gd name="T50" fmla="*/ 298 w 373"/>
              <a:gd name="T51" fmla="*/ 335 h 596"/>
              <a:gd name="T52" fmla="*/ 298 w 373"/>
              <a:gd name="T53" fmla="*/ 447 h 596"/>
              <a:gd name="T54" fmla="*/ 187 w 373"/>
              <a:gd name="T55" fmla="*/ 75 h 596"/>
              <a:gd name="T56" fmla="*/ 261 w 373"/>
              <a:gd name="T57" fmla="*/ 149 h 596"/>
              <a:gd name="T58" fmla="*/ 187 w 373"/>
              <a:gd name="T59" fmla="*/ 224 h 596"/>
              <a:gd name="T60" fmla="*/ 112 w 373"/>
              <a:gd name="T61" fmla="*/ 149 h 596"/>
              <a:gd name="T62" fmla="*/ 187 w 373"/>
              <a:gd name="T63" fmla="*/ 75 h 5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73" h="596">
                <a:moveTo>
                  <a:pt x="298" y="596"/>
                </a:moveTo>
                <a:cubicBezTo>
                  <a:pt x="298" y="521"/>
                  <a:pt x="298" y="521"/>
                  <a:pt x="298" y="521"/>
                </a:cubicBezTo>
                <a:cubicBezTo>
                  <a:pt x="335" y="521"/>
                  <a:pt x="335" y="521"/>
                  <a:pt x="335" y="521"/>
                </a:cubicBezTo>
                <a:cubicBezTo>
                  <a:pt x="356" y="521"/>
                  <a:pt x="373" y="505"/>
                  <a:pt x="373" y="484"/>
                </a:cubicBezTo>
                <a:cubicBezTo>
                  <a:pt x="373" y="335"/>
                  <a:pt x="373" y="335"/>
                  <a:pt x="373" y="335"/>
                </a:cubicBezTo>
                <a:cubicBezTo>
                  <a:pt x="373" y="291"/>
                  <a:pt x="346" y="252"/>
                  <a:pt x="308" y="234"/>
                </a:cubicBezTo>
                <a:cubicBezTo>
                  <a:pt x="325" y="210"/>
                  <a:pt x="335" y="181"/>
                  <a:pt x="335" y="149"/>
                </a:cubicBezTo>
                <a:cubicBezTo>
                  <a:pt x="335" y="67"/>
                  <a:pt x="269" y="0"/>
                  <a:pt x="187" y="0"/>
                </a:cubicBezTo>
                <a:cubicBezTo>
                  <a:pt x="104" y="0"/>
                  <a:pt x="38" y="67"/>
                  <a:pt x="38" y="149"/>
                </a:cubicBezTo>
                <a:cubicBezTo>
                  <a:pt x="38" y="181"/>
                  <a:pt x="48" y="210"/>
                  <a:pt x="65" y="234"/>
                </a:cubicBezTo>
                <a:cubicBezTo>
                  <a:pt x="27" y="252"/>
                  <a:pt x="0" y="291"/>
                  <a:pt x="0" y="335"/>
                </a:cubicBezTo>
                <a:cubicBezTo>
                  <a:pt x="0" y="484"/>
                  <a:pt x="0" y="484"/>
                  <a:pt x="0" y="484"/>
                </a:cubicBezTo>
                <a:cubicBezTo>
                  <a:pt x="0" y="505"/>
                  <a:pt x="17" y="521"/>
                  <a:pt x="38" y="521"/>
                </a:cubicBezTo>
                <a:cubicBezTo>
                  <a:pt x="75" y="521"/>
                  <a:pt x="75" y="521"/>
                  <a:pt x="75" y="521"/>
                </a:cubicBezTo>
                <a:cubicBezTo>
                  <a:pt x="75" y="596"/>
                  <a:pt x="75" y="596"/>
                  <a:pt x="75" y="596"/>
                </a:cubicBezTo>
                <a:cubicBezTo>
                  <a:pt x="149" y="596"/>
                  <a:pt x="149" y="596"/>
                  <a:pt x="149" y="596"/>
                </a:cubicBezTo>
                <a:cubicBezTo>
                  <a:pt x="149" y="521"/>
                  <a:pt x="149" y="521"/>
                  <a:pt x="149" y="521"/>
                </a:cubicBezTo>
                <a:cubicBezTo>
                  <a:pt x="224" y="521"/>
                  <a:pt x="224" y="521"/>
                  <a:pt x="224" y="521"/>
                </a:cubicBezTo>
                <a:cubicBezTo>
                  <a:pt x="224" y="596"/>
                  <a:pt x="224" y="596"/>
                  <a:pt x="224" y="596"/>
                </a:cubicBezTo>
                <a:lnTo>
                  <a:pt x="298" y="596"/>
                </a:lnTo>
                <a:close/>
                <a:moveTo>
                  <a:pt x="298" y="447"/>
                </a:moveTo>
                <a:cubicBezTo>
                  <a:pt x="75" y="447"/>
                  <a:pt x="75" y="447"/>
                  <a:pt x="75" y="447"/>
                </a:cubicBezTo>
                <a:cubicBezTo>
                  <a:pt x="75" y="335"/>
                  <a:pt x="75" y="335"/>
                  <a:pt x="75" y="335"/>
                </a:cubicBezTo>
                <a:cubicBezTo>
                  <a:pt x="75" y="315"/>
                  <a:pt x="92" y="298"/>
                  <a:pt x="112" y="298"/>
                </a:cubicBezTo>
                <a:cubicBezTo>
                  <a:pt x="261" y="298"/>
                  <a:pt x="261" y="298"/>
                  <a:pt x="261" y="298"/>
                </a:cubicBezTo>
                <a:cubicBezTo>
                  <a:pt x="281" y="298"/>
                  <a:pt x="298" y="315"/>
                  <a:pt x="298" y="335"/>
                </a:cubicBezTo>
                <a:lnTo>
                  <a:pt x="298" y="447"/>
                </a:lnTo>
                <a:close/>
                <a:moveTo>
                  <a:pt x="187" y="75"/>
                </a:moveTo>
                <a:cubicBezTo>
                  <a:pt x="228" y="75"/>
                  <a:pt x="261" y="108"/>
                  <a:pt x="261" y="149"/>
                </a:cubicBezTo>
                <a:cubicBezTo>
                  <a:pt x="261" y="190"/>
                  <a:pt x="228" y="224"/>
                  <a:pt x="187" y="224"/>
                </a:cubicBezTo>
                <a:cubicBezTo>
                  <a:pt x="145" y="224"/>
                  <a:pt x="112" y="190"/>
                  <a:pt x="112" y="149"/>
                </a:cubicBezTo>
                <a:cubicBezTo>
                  <a:pt x="112" y="108"/>
                  <a:pt x="145" y="75"/>
                  <a:pt x="187" y="75"/>
                </a:cubicBezTo>
                <a:close/>
              </a:path>
            </a:pathLst>
          </a:custGeom>
          <a:solidFill>
            <a:srgbClr val="1350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41" name="Freeform 231">
            <a:extLst>
              <a:ext uri="{FF2B5EF4-FFF2-40B4-BE49-F238E27FC236}">
                <a16:creationId xmlns:a16="http://schemas.microsoft.com/office/drawing/2014/main" id="{F3AC3C5A-8C9D-7117-CA69-49B41A1FF71D}"/>
              </a:ext>
            </a:extLst>
          </p:cNvPr>
          <p:cNvSpPr>
            <a:spLocks noEditPoints="1"/>
          </p:cNvSpPr>
          <p:nvPr/>
        </p:nvSpPr>
        <p:spPr bwMode="auto">
          <a:xfrm>
            <a:off x="1197305" y="2243305"/>
            <a:ext cx="107472" cy="171955"/>
          </a:xfrm>
          <a:custGeom>
            <a:avLst/>
            <a:gdLst>
              <a:gd name="T0" fmla="*/ 0 w 372"/>
              <a:gd name="T1" fmla="*/ 335 h 596"/>
              <a:gd name="T2" fmla="*/ 0 w 372"/>
              <a:gd name="T3" fmla="*/ 484 h 596"/>
              <a:gd name="T4" fmla="*/ 37 w 372"/>
              <a:gd name="T5" fmla="*/ 521 h 596"/>
              <a:gd name="T6" fmla="*/ 74 w 372"/>
              <a:gd name="T7" fmla="*/ 521 h 596"/>
              <a:gd name="T8" fmla="*/ 74 w 372"/>
              <a:gd name="T9" fmla="*/ 596 h 596"/>
              <a:gd name="T10" fmla="*/ 149 w 372"/>
              <a:gd name="T11" fmla="*/ 596 h 596"/>
              <a:gd name="T12" fmla="*/ 149 w 372"/>
              <a:gd name="T13" fmla="*/ 521 h 596"/>
              <a:gd name="T14" fmla="*/ 223 w 372"/>
              <a:gd name="T15" fmla="*/ 521 h 596"/>
              <a:gd name="T16" fmla="*/ 223 w 372"/>
              <a:gd name="T17" fmla="*/ 596 h 596"/>
              <a:gd name="T18" fmla="*/ 298 w 372"/>
              <a:gd name="T19" fmla="*/ 596 h 596"/>
              <a:gd name="T20" fmla="*/ 298 w 372"/>
              <a:gd name="T21" fmla="*/ 521 h 596"/>
              <a:gd name="T22" fmla="*/ 335 w 372"/>
              <a:gd name="T23" fmla="*/ 521 h 596"/>
              <a:gd name="T24" fmla="*/ 372 w 372"/>
              <a:gd name="T25" fmla="*/ 484 h 596"/>
              <a:gd name="T26" fmla="*/ 372 w 372"/>
              <a:gd name="T27" fmla="*/ 335 h 596"/>
              <a:gd name="T28" fmla="*/ 308 w 372"/>
              <a:gd name="T29" fmla="*/ 234 h 596"/>
              <a:gd name="T30" fmla="*/ 335 w 372"/>
              <a:gd name="T31" fmla="*/ 149 h 596"/>
              <a:gd name="T32" fmla="*/ 186 w 372"/>
              <a:gd name="T33" fmla="*/ 0 h 596"/>
              <a:gd name="T34" fmla="*/ 37 w 372"/>
              <a:gd name="T35" fmla="*/ 149 h 596"/>
              <a:gd name="T36" fmla="*/ 64 w 372"/>
              <a:gd name="T37" fmla="*/ 234 h 596"/>
              <a:gd name="T38" fmla="*/ 0 w 372"/>
              <a:gd name="T39" fmla="*/ 335 h 596"/>
              <a:gd name="T40" fmla="*/ 298 w 372"/>
              <a:gd name="T41" fmla="*/ 447 h 596"/>
              <a:gd name="T42" fmla="*/ 74 w 372"/>
              <a:gd name="T43" fmla="*/ 447 h 596"/>
              <a:gd name="T44" fmla="*/ 74 w 372"/>
              <a:gd name="T45" fmla="*/ 335 h 596"/>
              <a:gd name="T46" fmla="*/ 112 w 372"/>
              <a:gd name="T47" fmla="*/ 298 h 596"/>
              <a:gd name="T48" fmla="*/ 260 w 372"/>
              <a:gd name="T49" fmla="*/ 298 h 596"/>
              <a:gd name="T50" fmla="*/ 298 w 372"/>
              <a:gd name="T51" fmla="*/ 335 h 596"/>
              <a:gd name="T52" fmla="*/ 298 w 372"/>
              <a:gd name="T53" fmla="*/ 447 h 596"/>
              <a:gd name="T54" fmla="*/ 186 w 372"/>
              <a:gd name="T55" fmla="*/ 75 h 596"/>
              <a:gd name="T56" fmla="*/ 260 w 372"/>
              <a:gd name="T57" fmla="*/ 149 h 596"/>
              <a:gd name="T58" fmla="*/ 186 w 372"/>
              <a:gd name="T59" fmla="*/ 224 h 596"/>
              <a:gd name="T60" fmla="*/ 112 w 372"/>
              <a:gd name="T61" fmla="*/ 149 h 596"/>
              <a:gd name="T62" fmla="*/ 186 w 372"/>
              <a:gd name="T63" fmla="*/ 75 h 5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72" h="596">
                <a:moveTo>
                  <a:pt x="0" y="335"/>
                </a:moveTo>
                <a:cubicBezTo>
                  <a:pt x="0" y="484"/>
                  <a:pt x="0" y="484"/>
                  <a:pt x="0" y="484"/>
                </a:cubicBezTo>
                <a:cubicBezTo>
                  <a:pt x="0" y="505"/>
                  <a:pt x="17" y="521"/>
                  <a:pt x="37" y="521"/>
                </a:cubicBezTo>
                <a:cubicBezTo>
                  <a:pt x="74" y="521"/>
                  <a:pt x="74" y="521"/>
                  <a:pt x="74" y="521"/>
                </a:cubicBezTo>
                <a:cubicBezTo>
                  <a:pt x="74" y="596"/>
                  <a:pt x="74" y="596"/>
                  <a:pt x="74" y="596"/>
                </a:cubicBezTo>
                <a:cubicBezTo>
                  <a:pt x="149" y="596"/>
                  <a:pt x="149" y="596"/>
                  <a:pt x="149" y="596"/>
                </a:cubicBezTo>
                <a:cubicBezTo>
                  <a:pt x="149" y="521"/>
                  <a:pt x="149" y="521"/>
                  <a:pt x="149" y="521"/>
                </a:cubicBezTo>
                <a:cubicBezTo>
                  <a:pt x="223" y="521"/>
                  <a:pt x="223" y="521"/>
                  <a:pt x="223" y="521"/>
                </a:cubicBezTo>
                <a:cubicBezTo>
                  <a:pt x="223" y="596"/>
                  <a:pt x="223" y="596"/>
                  <a:pt x="223" y="596"/>
                </a:cubicBezTo>
                <a:cubicBezTo>
                  <a:pt x="298" y="596"/>
                  <a:pt x="298" y="596"/>
                  <a:pt x="298" y="596"/>
                </a:cubicBezTo>
                <a:cubicBezTo>
                  <a:pt x="298" y="521"/>
                  <a:pt x="298" y="521"/>
                  <a:pt x="298" y="521"/>
                </a:cubicBezTo>
                <a:cubicBezTo>
                  <a:pt x="335" y="521"/>
                  <a:pt x="335" y="521"/>
                  <a:pt x="335" y="521"/>
                </a:cubicBezTo>
                <a:cubicBezTo>
                  <a:pt x="355" y="521"/>
                  <a:pt x="372" y="505"/>
                  <a:pt x="372" y="484"/>
                </a:cubicBezTo>
                <a:cubicBezTo>
                  <a:pt x="372" y="335"/>
                  <a:pt x="372" y="335"/>
                  <a:pt x="372" y="335"/>
                </a:cubicBezTo>
                <a:cubicBezTo>
                  <a:pt x="372" y="291"/>
                  <a:pt x="346" y="252"/>
                  <a:pt x="308" y="234"/>
                </a:cubicBezTo>
                <a:cubicBezTo>
                  <a:pt x="325" y="210"/>
                  <a:pt x="335" y="181"/>
                  <a:pt x="335" y="149"/>
                </a:cubicBezTo>
                <a:cubicBezTo>
                  <a:pt x="335" y="67"/>
                  <a:pt x="268" y="0"/>
                  <a:pt x="186" y="0"/>
                </a:cubicBezTo>
                <a:cubicBezTo>
                  <a:pt x="104" y="0"/>
                  <a:pt x="37" y="67"/>
                  <a:pt x="37" y="149"/>
                </a:cubicBezTo>
                <a:cubicBezTo>
                  <a:pt x="37" y="181"/>
                  <a:pt x="47" y="210"/>
                  <a:pt x="64" y="234"/>
                </a:cubicBezTo>
                <a:cubicBezTo>
                  <a:pt x="26" y="252"/>
                  <a:pt x="0" y="291"/>
                  <a:pt x="0" y="335"/>
                </a:cubicBezTo>
                <a:close/>
                <a:moveTo>
                  <a:pt x="298" y="447"/>
                </a:moveTo>
                <a:cubicBezTo>
                  <a:pt x="74" y="447"/>
                  <a:pt x="74" y="447"/>
                  <a:pt x="74" y="447"/>
                </a:cubicBezTo>
                <a:cubicBezTo>
                  <a:pt x="74" y="335"/>
                  <a:pt x="74" y="335"/>
                  <a:pt x="74" y="335"/>
                </a:cubicBezTo>
                <a:cubicBezTo>
                  <a:pt x="74" y="315"/>
                  <a:pt x="91" y="298"/>
                  <a:pt x="112" y="298"/>
                </a:cubicBezTo>
                <a:cubicBezTo>
                  <a:pt x="260" y="298"/>
                  <a:pt x="260" y="298"/>
                  <a:pt x="260" y="298"/>
                </a:cubicBezTo>
                <a:cubicBezTo>
                  <a:pt x="281" y="298"/>
                  <a:pt x="298" y="315"/>
                  <a:pt x="298" y="335"/>
                </a:cubicBezTo>
                <a:lnTo>
                  <a:pt x="298" y="447"/>
                </a:lnTo>
                <a:close/>
                <a:moveTo>
                  <a:pt x="186" y="75"/>
                </a:moveTo>
                <a:cubicBezTo>
                  <a:pt x="227" y="75"/>
                  <a:pt x="260" y="108"/>
                  <a:pt x="260" y="149"/>
                </a:cubicBezTo>
                <a:cubicBezTo>
                  <a:pt x="260" y="190"/>
                  <a:pt x="227" y="224"/>
                  <a:pt x="186" y="224"/>
                </a:cubicBezTo>
                <a:cubicBezTo>
                  <a:pt x="145" y="224"/>
                  <a:pt x="112" y="190"/>
                  <a:pt x="112" y="149"/>
                </a:cubicBezTo>
                <a:cubicBezTo>
                  <a:pt x="112" y="108"/>
                  <a:pt x="145" y="75"/>
                  <a:pt x="186" y="75"/>
                </a:cubicBezTo>
                <a:close/>
              </a:path>
            </a:pathLst>
          </a:custGeom>
          <a:solidFill>
            <a:srgbClr val="1350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42" name="Freeform 232">
            <a:extLst>
              <a:ext uri="{FF2B5EF4-FFF2-40B4-BE49-F238E27FC236}">
                <a16:creationId xmlns:a16="http://schemas.microsoft.com/office/drawing/2014/main" id="{DC176014-F5F3-7000-B872-DCC0505F6181}"/>
              </a:ext>
            </a:extLst>
          </p:cNvPr>
          <p:cNvSpPr>
            <a:spLocks noEditPoints="1"/>
          </p:cNvSpPr>
          <p:nvPr/>
        </p:nvSpPr>
        <p:spPr bwMode="auto">
          <a:xfrm>
            <a:off x="939373" y="2243305"/>
            <a:ext cx="107472" cy="171955"/>
          </a:xfrm>
          <a:custGeom>
            <a:avLst/>
            <a:gdLst>
              <a:gd name="T0" fmla="*/ 0 w 372"/>
              <a:gd name="T1" fmla="*/ 335 h 596"/>
              <a:gd name="T2" fmla="*/ 0 w 372"/>
              <a:gd name="T3" fmla="*/ 484 h 596"/>
              <a:gd name="T4" fmla="*/ 37 w 372"/>
              <a:gd name="T5" fmla="*/ 521 h 596"/>
              <a:gd name="T6" fmla="*/ 74 w 372"/>
              <a:gd name="T7" fmla="*/ 521 h 596"/>
              <a:gd name="T8" fmla="*/ 74 w 372"/>
              <a:gd name="T9" fmla="*/ 596 h 596"/>
              <a:gd name="T10" fmla="*/ 149 w 372"/>
              <a:gd name="T11" fmla="*/ 596 h 596"/>
              <a:gd name="T12" fmla="*/ 149 w 372"/>
              <a:gd name="T13" fmla="*/ 521 h 596"/>
              <a:gd name="T14" fmla="*/ 223 w 372"/>
              <a:gd name="T15" fmla="*/ 521 h 596"/>
              <a:gd name="T16" fmla="*/ 223 w 372"/>
              <a:gd name="T17" fmla="*/ 596 h 596"/>
              <a:gd name="T18" fmla="*/ 298 w 372"/>
              <a:gd name="T19" fmla="*/ 596 h 596"/>
              <a:gd name="T20" fmla="*/ 298 w 372"/>
              <a:gd name="T21" fmla="*/ 521 h 596"/>
              <a:gd name="T22" fmla="*/ 335 w 372"/>
              <a:gd name="T23" fmla="*/ 521 h 596"/>
              <a:gd name="T24" fmla="*/ 372 w 372"/>
              <a:gd name="T25" fmla="*/ 484 h 596"/>
              <a:gd name="T26" fmla="*/ 372 w 372"/>
              <a:gd name="T27" fmla="*/ 335 h 596"/>
              <a:gd name="T28" fmla="*/ 308 w 372"/>
              <a:gd name="T29" fmla="*/ 234 h 596"/>
              <a:gd name="T30" fmla="*/ 335 w 372"/>
              <a:gd name="T31" fmla="*/ 149 h 596"/>
              <a:gd name="T32" fmla="*/ 186 w 372"/>
              <a:gd name="T33" fmla="*/ 0 h 596"/>
              <a:gd name="T34" fmla="*/ 37 w 372"/>
              <a:gd name="T35" fmla="*/ 149 h 596"/>
              <a:gd name="T36" fmla="*/ 64 w 372"/>
              <a:gd name="T37" fmla="*/ 234 h 596"/>
              <a:gd name="T38" fmla="*/ 0 w 372"/>
              <a:gd name="T39" fmla="*/ 335 h 596"/>
              <a:gd name="T40" fmla="*/ 298 w 372"/>
              <a:gd name="T41" fmla="*/ 447 h 596"/>
              <a:gd name="T42" fmla="*/ 74 w 372"/>
              <a:gd name="T43" fmla="*/ 447 h 596"/>
              <a:gd name="T44" fmla="*/ 74 w 372"/>
              <a:gd name="T45" fmla="*/ 335 h 596"/>
              <a:gd name="T46" fmla="*/ 112 w 372"/>
              <a:gd name="T47" fmla="*/ 298 h 596"/>
              <a:gd name="T48" fmla="*/ 260 w 372"/>
              <a:gd name="T49" fmla="*/ 298 h 596"/>
              <a:gd name="T50" fmla="*/ 298 w 372"/>
              <a:gd name="T51" fmla="*/ 335 h 596"/>
              <a:gd name="T52" fmla="*/ 298 w 372"/>
              <a:gd name="T53" fmla="*/ 447 h 596"/>
              <a:gd name="T54" fmla="*/ 186 w 372"/>
              <a:gd name="T55" fmla="*/ 75 h 596"/>
              <a:gd name="T56" fmla="*/ 260 w 372"/>
              <a:gd name="T57" fmla="*/ 149 h 596"/>
              <a:gd name="T58" fmla="*/ 186 w 372"/>
              <a:gd name="T59" fmla="*/ 224 h 596"/>
              <a:gd name="T60" fmla="*/ 112 w 372"/>
              <a:gd name="T61" fmla="*/ 149 h 596"/>
              <a:gd name="T62" fmla="*/ 186 w 372"/>
              <a:gd name="T63" fmla="*/ 75 h 5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72" h="596">
                <a:moveTo>
                  <a:pt x="0" y="335"/>
                </a:moveTo>
                <a:cubicBezTo>
                  <a:pt x="0" y="484"/>
                  <a:pt x="0" y="484"/>
                  <a:pt x="0" y="484"/>
                </a:cubicBezTo>
                <a:cubicBezTo>
                  <a:pt x="0" y="505"/>
                  <a:pt x="17" y="521"/>
                  <a:pt x="37" y="521"/>
                </a:cubicBezTo>
                <a:cubicBezTo>
                  <a:pt x="74" y="521"/>
                  <a:pt x="74" y="521"/>
                  <a:pt x="74" y="521"/>
                </a:cubicBezTo>
                <a:cubicBezTo>
                  <a:pt x="74" y="596"/>
                  <a:pt x="74" y="596"/>
                  <a:pt x="74" y="596"/>
                </a:cubicBezTo>
                <a:cubicBezTo>
                  <a:pt x="149" y="596"/>
                  <a:pt x="149" y="596"/>
                  <a:pt x="149" y="596"/>
                </a:cubicBezTo>
                <a:cubicBezTo>
                  <a:pt x="149" y="521"/>
                  <a:pt x="149" y="521"/>
                  <a:pt x="149" y="521"/>
                </a:cubicBezTo>
                <a:cubicBezTo>
                  <a:pt x="223" y="521"/>
                  <a:pt x="223" y="521"/>
                  <a:pt x="223" y="521"/>
                </a:cubicBezTo>
                <a:cubicBezTo>
                  <a:pt x="223" y="596"/>
                  <a:pt x="223" y="596"/>
                  <a:pt x="223" y="596"/>
                </a:cubicBezTo>
                <a:cubicBezTo>
                  <a:pt x="298" y="596"/>
                  <a:pt x="298" y="596"/>
                  <a:pt x="298" y="596"/>
                </a:cubicBezTo>
                <a:cubicBezTo>
                  <a:pt x="298" y="521"/>
                  <a:pt x="298" y="521"/>
                  <a:pt x="298" y="521"/>
                </a:cubicBezTo>
                <a:cubicBezTo>
                  <a:pt x="335" y="521"/>
                  <a:pt x="335" y="521"/>
                  <a:pt x="335" y="521"/>
                </a:cubicBezTo>
                <a:cubicBezTo>
                  <a:pt x="355" y="521"/>
                  <a:pt x="372" y="505"/>
                  <a:pt x="372" y="484"/>
                </a:cubicBezTo>
                <a:cubicBezTo>
                  <a:pt x="372" y="335"/>
                  <a:pt x="372" y="335"/>
                  <a:pt x="372" y="335"/>
                </a:cubicBezTo>
                <a:cubicBezTo>
                  <a:pt x="372" y="291"/>
                  <a:pt x="346" y="252"/>
                  <a:pt x="308" y="234"/>
                </a:cubicBezTo>
                <a:cubicBezTo>
                  <a:pt x="325" y="210"/>
                  <a:pt x="335" y="181"/>
                  <a:pt x="335" y="149"/>
                </a:cubicBezTo>
                <a:cubicBezTo>
                  <a:pt x="335" y="67"/>
                  <a:pt x="268" y="0"/>
                  <a:pt x="186" y="0"/>
                </a:cubicBezTo>
                <a:cubicBezTo>
                  <a:pt x="104" y="0"/>
                  <a:pt x="37" y="67"/>
                  <a:pt x="37" y="149"/>
                </a:cubicBezTo>
                <a:cubicBezTo>
                  <a:pt x="37" y="181"/>
                  <a:pt x="47" y="210"/>
                  <a:pt x="64" y="234"/>
                </a:cubicBezTo>
                <a:cubicBezTo>
                  <a:pt x="27" y="252"/>
                  <a:pt x="0" y="291"/>
                  <a:pt x="0" y="335"/>
                </a:cubicBezTo>
                <a:close/>
                <a:moveTo>
                  <a:pt x="298" y="447"/>
                </a:moveTo>
                <a:cubicBezTo>
                  <a:pt x="74" y="447"/>
                  <a:pt x="74" y="447"/>
                  <a:pt x="74" y="447"/>
                </a:cubicBezTo>
                <a:cubicBezTo>
                  <a:pt x="74" y="335"/>
                  <a:pt x="74" y="335"/>
                  <a:pt x="74" y="335"/>
                </a:cubicBezTo>
                <a:cubicBezTo>
                  <a:pt x="74" y="315"/>
                  <a:pt x="91" y="298"/>
                  <a:pt x="112" y="298"/>
                </a:cubicBezTo>
                <a:cubicBezTo>
                  <a:pt x="260" y="298"/>
                  <a:pt x="260" y="298"/>
                  <a:pt x="260" y="298"/>
                </a:cubicBezTo>
                <a:cubicBezTo>
                  <a:pt x="281" y="298"/>
                  <a:pt x="298" y="315"/>
                  <a:pt x="298" y="335"/>
                </a:cubicBezTo>
                <a:lnTo>
                  <a:pt x="298" y="447"/>
                </a:lnTo>
                <a:close/>
                <a:moveTo>
                  <a:pt x="186" y="75"/>
                </a:moveTo>
                <a:cubicBezTo>
                  <a:pt x="227" y="75"/>
                  <a:pt x="260" y="108"/>
                  <a:pt x="260" y="149"/>
                </a:cubicBezTo>
                <a:cubicBezTo>
                  <a:pt x="260" y="190"/>
                  <a:pt x="227" y="224"/>
                  <a:pt x="186" y="224"/>
                </a:cubicBezTo>
                <a:cubicBezTo>
                  <a:pt x="145" y="224"/>
                  <a:pt x="112" y="190"/>
                  <a:pt x="112" y="149"/>
                </a:cubicBezTo>
                <a:cubicBezTo>
                  <a:pt x="112" y="108"/>
                  <a:pt x="145" y="75"/>
                  <a:pt x="186" y="75"/>
                </a:cubicBezTo>
                <a:close/>
              </a:path>
            </a:pathLst>
          </a:custGeom>
          <a:solidFill>
            <a:srgbClr val="1350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43" name="Freeform 233">
            <a:extLst>
              <a:ext uri="{FF2B5EF4-FFF2-40B4-BE49-F238E27FC236}">
                <a16:creationId xmlns:a16="http://schemas.microsoft.com/office/drawing/2014/main" id="{45407A08-FF1D-F41C-48E4-78CB74444ACD}"/>
              </a:ext>
            </a:extLst>
          </p:cNvPr>
          <p:cNvSpPr>
            <a:spLocks noEditPoints="1"/>
          </p:cNvSpPr>
          <p:nvPr/>
        </p:nvSpPr>
        <p:spPr bwMode="auto">
          <a:xfrm>
            <a:off x="950120" y="1781175"/>
            <a:ext cx="364061" cy="225691"/>
          </a:xfrm>
          <a:custGeom>
            <a:avLst/>
            <a:gdLst>
              <a:gd name="T0" fmla="*/ 1228 w 1265"/>
              <a:gd name="T1" fmla="*/ 558 h 781"/>
              <a:gd name="T2" fmla="*/ 1191 w 1265"/>
              <a:gd name="T3" fmla="*/ 558 h 781"/>
              <a:gd name="T4" fmla="*/ 1191 w 1265"/>
              <a:gd name="T5" fmla="*/ 37 h 781"/>
              <a:gd name="T6" fmla="*/ 1154 w 1265"/>
              <a:gd name="T7" fmla="*/ 0 h 781"/>
              <a:gd name="T8" fmla="*/ 112 w 1265"/>
              <a:gd name="T9" fmla="*/ 0 h 781"/>
              <a:gd name="T10" fmla="*/ 75 w 1265"/>
              <a:gd name="T11" fmla="*/ 37 h 781"/>
              <a:gd name="T12" fmla="*/ 75 w 1265"/>
              <a:gd name="T13" fmla="*/ 558 h 781"/>
              <a:gd name="T14" fmla="*/ 37 w 1265"/>
              <a:gd name="T15" fmla="*/ 558 h 781"/>
              <a:gd name="T16" fmla="*/ 0 w 1265"/>
              <a:gd name="T17" fmla="*/ 595 h 781"/>
              <a:gd name="T18" fmla="*/ 0 w 1265"/>
              <a:gd name="T19" fmla="*/ 744 h 781"/>
              <a:gd name="T20" fmla="*/ 37 w 1265"/>
              <a:gd name="T21" fmla="*/ 781 h 781"/>
              <a:gd name="T22" fmla="*/ 1228 w 1265"/>
              <a:gd name="T23" fmla="*/ 781 h 781"/>
              <a:gd name="T24" fmla="*/ 1265 w 1265"/>
              <a:gd name="T25" fmla="*/ 744 h 781"/>
              <a:gd name="T26" fmla="*/ 1265 w 1265"/>
              <a:gd name="T27" fmla="*/ 595 h 781"/>
              <a:gd name="T28" fmla="*/ 1228 w 1265"/>
              <a:gd name="T29" fmla="*/ 558 h 781"/>
              <a:gd name="T30" fmla="*/ 149 w 1265"/>
              <a:gd name="T31" fmla="*/ 74 h 781"/>
              <a:gd name="T32" fmla="*/ 1116 w 1265"/>
              <a:gd name="T33" fmla="*/ 74 h 781"/>
              <a:gd name="T34" fmla="*/ 1116 w 1265"/>
              <a:gd name="T35" fmla="*/ 558 h 781"/>
              <a:gd name="T36" fmla="*/ 149 w 1265"/>
              <a:gd name="T37" fmla="*/ 558 h 781"/>
              <a:gd name="T38" fmla="*/ 149 w 1265"/>
              <a:gd name="T39" fmla="*/ 74 h 781"/>
              <a:gd name="T40" fmla="*/ 1191 w 1265"/>
              <a:gd name="T41" fmla="*/ 706 h 781"/>
              <a:gd name="T42" fmla="*/ 75 w 1265"/>
              <a:gd name="T43" fmla="*/ 706 h 781"/>
              <a:gd name="T44" fmla="*/ 75 w 1265"/>
              <a:gd name="T45" fmla="*/ 632 h 781"/>
              <a:gd name="T46" fmla="*/ 112 w 1265"/>
              <a:gd name="T47" fmla="*/ 632 h 781"/>
              <a:gd name="T48" fmla="*/ 1154 w 1265"/>
              <a:gd name="T49" fmla="*/ 632 h 781"/>
              <a:gd name="T50" fmla="*/ 1191 w 1265"/>
              <a:gd name="T51" fmla="*/ 632 h 781"/>
              <a:gd name="T52" fmla="*/ 1191 w 1265"/>
              <a:gd name="T53" fmla="*/ 706 h 7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265" h="781">
                <a:moveTo>
                  <a:pt x="1228" y="558"/>
                </a:moveTo>
                <a:cubicBezTo>
                  <a:pt x="1191" y="558"/>
                  <a:pt x="1191" y="558"/>
                  <a:pt x="1191" y="558"/>
                </a:cubicBezTo>
                <a:cubicBezTo>
                  <a:pt x="1191" y="37"/>
                  <a:pt x="1191" y="37"/>
                  <a:pt x="1191" y="37"/>
                </a:cubicBezTo>
                <a:cubicBezTo>
                  <a:pt x="1191" y="16"/>
                  <a:pt x="1174" y="0"/>
                  <a:pt x="1154" y="0"/>
                </a:cubicBezTo>
                <a:cubicBezTo>
                  <a:pt x="112" y="0"/>
                  <a:pt x="112" y="0"/>
                  <a:pt x="112" y="0"/>
                </a:cubicBezTo>
                <a:cubicBezTo>
                  <a:pt x="91" y="0"/>
                  <a:pt x="75" y="16"/>
                  <a:pt x="75" y="37"/>
                </a:cubicBezTo>
                <a:cubicBezTo>
                  <a:pt x="75" y="558"/>
                  <a:pt x="75" y="558"/>
                  <a:pt x="75" y="558"/>
                </a:cubicBezTo>
                <a:cubicBezTo>
                  <a:pt x="37" y="558"/>
                  <a:pt x="37" y="558"/>
                  <a:pt x="37" y="558"/>
                </a:cubicBezTo>
                <a:cubicBezTo>
                  <a:pt x="17" y="558"/>
                  <a:pt x="0" y="574"/>
                  <a:pt x="0" y="595"/>
                </a:cubicBezTo>
                <a:cubicBezTo>
                  <a:pt x="0" y="744"/>
                  <a:pt x="0" y="744"/>
                  <a:pt x="0" y="744"/>
                </a:cubicBezTo>
                <a:cubicBezTo>
                  <a:pt x="0" y="764"/>
                  <a:pt x="17" y="781"/>
                  <a:pt x="37" y="781"/>
                </a:cubicBezTo>
                <a:cubicBezTo>
                  <a:pt x="1228" y="781"/>
                  <a:pt x="1228" y="781"/>
                  <a:pt x="1228" y="781"/>
                </a:cubicBezTo>
                <a:cubicBezTo>
                  <a:pt x="1249" y="781"/>
                  <a:pt x="1265" y="764"/>
                  <a:pt x="1265" y="744"/>
                </a:cubicBezTo>
                <a:cubicBezTo>
                  <a:pt x="1265" y="595"/>
                  <a:pt x="1265" y="595"/>
                  <a:pt x="1265" y="595"/>
                </a:cubicBezTo>
                <a:cubicBezTo>
                  <a:pt x="1265" y="574"/>
                  <a:pt x="1249" y="558"/>
                  <a:pt x="1228" y="558"/>
                </a:cubicBezTo>
                <a:close/>
                <a:moveTo>
                  <a:pt x="149" y="74"/>
                </a:moveTo>
                <a:cubicBezTo>
                  <a:pt x="1116" y="74"/>
                  <a:pt x="1116" y="74"/>
                  <a:pt x="1116" y="74"/>
                </a:cubicBezTo>
                <a:cubicBezTo>
                  <a:pt x="1116" y="558"/>
                  <a:pt x="1116" y="558"/>
                  <a:pt x="1116" y="558"/>
                </a:cubicBezTo>
                <a:cubicBezTo>
                  <a:pt x="149" y="558"/>
                  <a:pt x="149" y="558"/>
                  <a:pt x="149" y="558"/>
                </a:cubicBezTo>
                <a:lnTo>
                  <a:pt x="149" y="74"/>
                </a:lnTo>
                <a:close/>
                <a:moveTo>
                  <a:pt x="1191" y="706"/>
                </a:moveTo>
                <a:cubicBezTo>
                  <a:pt x="75" y="706"/>
                  <a:pt x="75" y="706"/>
                  <a:pt x="75" y="706"/>
                </a:cubicBezTo>
                <a:cubicBezTo>
                  <a:pt x="75" y="632"/>
                  <a:pt x="75" y="632"/>
                  <a:pt x="75" y="632"/>
                </a:cubicBezTo>
                <a:cubicBezTo>
                  <a:pt x="112" y="632"/>
                  <a:pt x="112" y="632"/>
                  <a:pt x="112" y="632"/>
                </a:cubicBezTo>
                <a:cubicBezTo>
                  <a:pt x="1154" y="632"/>
                  <a:pt x="1154" y="632"/>
                  <a:pt x="1154" y="632"/>
                </a:cubicBezTo>
                <a:cubicBezTo>
                  <a:pt x="1191" y="632"/>
                  <a:pt x="1191" y="632"/>
                  <a:pt x="1191" y="632"/>
                </a:cubicBezTo>
                <a:lnTo>
                  <a:pt x="1191" y="706"/>
                </a:lnTo>
                <a:close/>
              </a:path>
            </a:pathLst>
          </a:custGeom>
          <a:solidFill>
            <a:srgbClr val="1350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44" name="Freeform 234">
            <a:extLst>
              <a:ext uri="{FF2B5EF4-FFF2-40B4-BE49-F238E27FC236}">
                <a16:creationId xmlns:a16="http://schemas.microsoft.com/office/drawing/2014/main" id="{7E487CEA-0535-8983-3A95-0BD623C880FD}"/>
              </a:ext>
            </a:extLst>
          </p:cNvPr>
          <p:cNvSpPr>
            <a:spLocks noEditPoints="1"/>
          </p:cNvSpPr>
          <p:nvPr/>
        </p:nvSpPr>
        <p:spPr bwMode="auto">
          <a:xfrm>
            <a:off x="670693" y="1824164"/>
            <a:ext cx="278084" cy="397646"/>
          </a:xfrm>
          <a:custGeom>
            <a:avLst/>
            <a:gdLst>
              <a:gd name="T0" fmla="*/ 112 w 966"/>
              <a:gd name="T1" fmla="*/ 856 h 1377"/>
              <a:gd name="T2" fmla="*/ 149 w 966"/>
              <a:gd name="T3" fmla="*/ 856 h 1377"/>
              <a:gd name="T4" fmla="*/ 149 w 966"/>
              <a:gd name="T5" fmla="*/ 1247 h 1377"/>
              <a:gd name="T6" fmla="*/ 279 w 966"/>
              <a:gd name="T7" fmla="*/ 1377 h 1377"/>
              <a:gd name="T8" fmla="*/ 372 w 966"/>
              <a:gd name="T9" fmla="*/ 1338 h 1377"/>
              <a:gd name="T10" fmla="*/ 465 w 966"/>
              <a:gd name="T11" fmla="*/ 1377 h 1377"/>
              <a:gd name="T12" fmla="*/ 595 w 966"/>
              <a:gd name="T13" fmla="*/ 1247 h 1377"/>
              <a:gd name="T14" fmla="*/ 595 w 966"/>
              <a:gd name="T15" fmla="*/ 521 h 1377"/>
              <a:gd name="T16" fmla="*/ 818 w 966"/>
              <a:gd name="T17" fmla="*/ 521 h 1377"/>
              <a:gd name="T18" fmla="*/ 852 w 966"/>
              <a:gd name="T19" fmla="*/ 501 h 1377"/>
              <a:gd name="T20" fmla="*/ 951 w 966"/>
              <a:gd name="T21" fmla="*/ 301 h 1377"/>
              <a:gd name="T22" fmla="*/ 956 w 966"/>
              <a:gd name="T23" fmla="*/ 215 h 1377"/>
              <a:gd name="T24" fmla="*/ 899 w 966"/>
              <a:gd name="T25" fmla="*/ 157 h 1377"/>
              <a:gd name="T26" fmla="*/ 767 w 966"/>
              <a:gd name="T27" fmla="*/ 207 h 1377"/>
              <a:gd name="T28" fmla="*/ 721 w 966"/>
              <a:gd name="T29" fmla="*/ 298 h 1377"/>
              <a:gd name="T30" fmla="*/ 520 w 966"/>
              <a:gd name="T31" fmla="*/ 298 h 1377"/>
              <a:gd name="T32" fmla="*/ 558 w 966"/>
              <a:gd name="T33" fmla="*/ 186 h 1377"/>
              <a:gd name="T34" fmla="*/ 372 w 966"/>
              <a:gd name="T35" fmla="*/ 0 h 1377"/>
              <a:gd name="T36" fmla="*/ 186 w 966"/>
              <a:gd name="T37" fmla="*/ 186 h 1377"/>
              <a:gd name="T38" fmla="*/ 224 w 966"/>
              <a:gd name="T39" fmla="*/ 298 h 1377"/>
              <a:gd name="T40" fmla="*/ 186 w 966"/>
              <a:gd name="T41" fmla="*/ 298 h 1377"/>
              <a:gd name="T42" fmla="*/ 0 w 966"/>
              <a:gd name="T43" fmla="*/ 484 h 1377"/>
              <a:gd name="T44" fmla="*/ 0 w 966"/>
              <a:gd name="T45" fmla="*/ 744 h 1377"/>
              <a:gd name="T46" fmla="*/ 112 w 966"/>
              <a:gd name="T47" fmla="*/ 856 h 1377"/>
              <a:gd name="T48" fmla="*/ 260 w 966"/>
              <a:gd name="T49" fmla="*/ 186 h 1377"/>
              <a:gd name="T50" fmla="*/ 372 w 966"/>
              <a:gd name="T51" fmla="*/ 75 h 1377"/>
              <a:gd name="T52" fmla="*/ 484 w 966"/>
              <a:gd name="T53" fmla="*/ 186 h 1377"/>
              <a:gd name="T54" fmla="*/ 372 w 966"/>
              <a:gd name="T55" fmla="*/ 298 h 1377"/>
              <a:gd name="T56" fmla="*/ 260 w 966"/>
              <a:gd name="T57" fmla="*/ 186 h 1377"/>
              <a:gd name="T58" fmla="*/ 74 w 966"/>
              <a:gd name="T59" fmla="*/ 484 h 1377"/>
              <a:gd name="T60" fmla="*/ 186 w 966"/>
              <a:gd name="T61" fmla="*/ 372 h 1377"/>
              <a:gd name="T62" fmla="*/ 744 w 966"/>
              <a:gd name="T63" fmla="*/ 372 h 1377"/>
              <a:gd name="T64" fmla="*/ 777 w 966"/>
              <a:gd name="T65" fmla="*/ 352 h 1377"/>
              <a:gd name="T66" fmla="*/ 833 w 966"/>
              <a:gd name="T67" fmla="*/ 240 h 1377"/>
              <a:gd name="T68" fmla="*/ 871 w 966"/>
              <a:gd name="T69" fmla="*/ 226 h 1377"/>
              <a:gd name="T70" fmla="*/ 886 w 966"/>
              <a:gd name="T71" fmla="*/ 241 h 1377"/>
              <a:gd name="T72" fmla="*/ 885 w 966"/>
              <a:gd name="T73" fmla="*/ 268 h 1377"/>
              <a:gd name="T74" fmla="*/ 795 w 966"/>
              <a:gd name="T75" fmla="*/ 447 h 1377"/>
              <a:gd name="T76" fmla="*/ 558 w 966"/>
              <a:gd name="T77" fmla="*/ 447 h 1377"/>
              <a:gd name="T78" fmla="*/ 521 w 966"/>
              <a:gd name="T79" fmla="*/ 484 h 1377"/>
              <a:gd name="T80" fmla="*/ 521 w 966"/>
              <a:gd name="T81" fmla="*/ 1247 h 1377"/>
              <a:gd name="T82" fmla="*/ 465 w 966"/>
              <a:gd name="T83" fmla="*/ 1303 h 1377"/>
              <a:gd name="T84" fmla="*/ 409 w 966"/>
              <a:gd name="T85" fmla="*/ 1247 h 1377"/>
              <a:gd name="T86" fmla="*/ 409 w 966"/>
              <a:gd name="T87" fmla="*/ 782 h 1377"/>
              <a:gd name="T88" fmla="*/ 372 w 966"/>
              <a:gd name="T89" fmla="*/ 744 h 1377"/>
              <a:gd name="T90" fmla="*/ 335 w 966"/>
              <a:gd name="T91" fmla="*/ 782 h 1377"/>
              <a:gd name="T92" fmla="*/ 335 w 966"/>
              <a:gd name="T93" fmla="*/ 1247 h 1377"/>
              <a:gd name="T94" fmla="*/ 279 w 966"/>
              <a:gd name="T95" fmla="*/ 1303 h 1377"/>
              <a:gd name="T96" fmla="*/ 223 w 966"/>
              <a:gd name="T97" fmla="*/ 1247 h 1377"/>
              <a:gd name="T98" fmla="*/ 223 w 966"/>
              <a:gd name="T99" fmla="*/ 819 h 1377"/>
              <a:gd name="T100" fmla="*/ 223 w 966"/>
              <a:gd name="T101" fmla="*/ 521 h 1377"/>
              <a:gd name="T102" fmla="*/ 149 w 966"/>
              <a:gd name="T103" fmla="*/ 521 h 1377"/>
              <a:gd name="T104" fmla="*/ 149 w 966"/>
              <a:gd name="T105" fmla="*/ 782 h 1377"/>
              <a:gd name="T106" fmla="*/ 112 w 966"/>
              <a:gd name="T107" fmla="*/ 782 h 1377"/>
              <a:gd name="T108" fmla="*/ 74 w 966"/>
              <a:gd name="T109" fmla="*/ 744 h 1377"/>
              <a:gd name="T110" fmla="*/ 74 w 966"/>
              <a:gd name="T111" fmla="*/ 484 h 1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66" h="1377">
                <a:moveTo>
                  <a:pt x="112" y="856"/>
                </a:moveTo>
                <a:cubicBezTo>
                  <a:pt x="149" y="856"/>
                  <a:pt x="149" y="856"/>
                  <a:pt x="149" y="856"/>
                </a:cubicBezTo>
                <a:cubicBezTo>
                  <a:pt x="149" y="1247"/>
                  <a:pt x="149" y="1247"/>
                  <a:pt x="149" y="1247"/>
                </a:cubicBezTo>
                <a:cubicBezTo>
                  <a:pt x="149" y="1319"/>
                  <a:pt x="207" y="1377"/>
                  <a:pt x="279" y="1377"/>
                </a:cubicBezTo>
                <a:cubicBezTo>
                  <a:pt x="315" y="1377"/>
                  <a:pt x="348" y="1362"/>
                  <a:pt x="372" y="1338"/>
                </a:cubicBezTo>
                <a:cubicBezTo>
                  <a:pt x="396" y="1362"/>
                  <a:pt x="429" y="1377"/>
                  <a:pt x="465" y="1377"/>
                </a:cubicBezTo>
                <a:cubicBezTo>
                  <a:pt x="537" y="1377"/>
                  <a:pt x="595" y="1319"/>
                  <a:pt x="595" y="1247"/>
                </a:cubicBezTo>
                <a:cubicBezTo>
                  <a:pt x="595" y="521"/>
                  <a:pt x="595" y="521"/>
                  <a:pt x="595" y="521"/>
                </a:cubicBezTo>
                <a:cubicBezTo>
                  <a:pt x="818" y="521"/>
                  <a:pt x="818" y="521"/>
                  <a:pt x="818" y="521"/>
                </a:cubicBezTo>
                <a:cubicBezTo>
                  <a:pt x="833" y="521"/>
                  <a:pt x="845" y="513"/>
                  <a:pt x="852" y="501"/>
                </a:cubicBezTo>
                <a:cubicBezTo>
                  <a:pt x="951" y="301"/>
                  <a:pt x="951" y="301"/>
                  <a:pt x="951" y="301"/>
                </a:cubicBezTo>
                <a:cubicBezTo>
                  <a:pt x="965" y="274"/>
                  <a:pt x="966" y="243"/>
                  <a:pt x="956" y="215"/>
                </a:cubicBezTo>
                <a:cubicBezTo>
                  <a:pt x="945" y="188"/>
                  <a:pt x="925" y="167"/>
                  <a:pt x="899" y="157"/>
                </a:cubicBezTo>
                <a:cubicBezTo>
                  <a:pt x="848" y="137"/>
                  <a:pt x="791" y="158"/>
                  <a:pt x="767" y="207"/>
                </a:cubicBezTo>
                <a:cubicBezTo>
                  <a:pt x="721" y="298"/>
                  <a:pt x="721" y="298"/>
                  <a:pt x="721" y="298"/>
                </a:cubicBezTo>
                <a:cubicBezTo>
                  <a:pt x="520" y="298"/>
                  <a:pt x="520" y="298"/>
                  <a:pt x="520" y="298"/>
                </a:cubicBezTo>
                <a:cubicBezTo>
                  <a:pt x="543" y="267"/>
                  <a:pt x="558" y="228"/>
                  <a:pt x="558" y="186"/>
                </a:cubicBezTo>
                <a:cubicBezTo>
                  <a:pt x="558" y="84"/>
                  <a:pt x="475" y="0"/>
                  <a:pt x="372" y="0"/>
                </a:cubicBezTo>
                <a:cubicBezTo>
                  <a:pt x="269" y="0"/>
                  <a:pt x="186" y="84"/>
                  <a:pt x="186" y="186"/>
                </a:cubicBezTo>
                <a:cubicBezTo>
                  <a:pt x="186" y="228"/>
                  <a:pt x="201" y="267"/>
                  <a:pt x="224" y="298"/>
                </a:cubicBezTo>
                <a:cubicBezTo>
                  <a:pt x="186" y="298"/>
                  <a:pt x="186" y="298"/>
                  <a:pt x="186" y="298"/>
                </a:cubicBezTo>
                <a:cubicBezTo>
                  <a:pt x="83" y="298"/>
                  <a:pt x="0" y="381"/>
                  <a:pt x="0" y="484"/>
                </a:cubicBezTo>
                <a:cubicBezTo>
                  <a:pt x="0" y="744"/>
                  <a:pt x="0" y="744"/>
                  <a:pt x="0" y="744"/>
                </a:cubicBezTo>
                <a:cubicBezTo>
                  <a:pt x="0" y="806"/>
                  <a:pt x="50" y="856"/>
                  <a:pt x="112" y="856"/>
                </a:cubicBezTo>
                <a:close/>
                <a:moveTo>
                  <a:pt x="260" y="186"/>
                </a:moveTo>
                <a:cubicBezTo>
                  <a:pt x="260" y="125"/>
                  <a:pt x="310" y="75"/>
                  <a:pt x="372" y="75"/>
                </a:cubicBezTo>
                <a:cubicBezTo>
                  <a:pt x="433" y="75"/>
                  <a:pt x="484" y="125"/>
                  <a:pt x="484" y="186"/>
                </a:cubicBezTo>
                <a:cubicBezTo>
                  <a:pt x="484" y="248"/>
                  <a:pt x="433" y="298"/>
                  <a:pt x="372" y="298"/>
                </a:cubicBezTo>
                <a:cubicBezTo>
                  <a:pt x="310" y="298"/>
                  <a:pt x="260" y="248"/>
                  <a:pt x="260" y="186"/>
                </a:cubicBezTo>
                <a:close/>
                <a:moveTo>
                  <a:pt x="74" y="484"/>
                </a:moveTo>
                <a:cubicBezTo>
                  <a:pt x="74" y="423"/>
                  <a:pt x="124" y="372"/>
                  <a:pt x="186" y="372"/>
                </a:cubicBezTo>
                <a:cubicBezTo>
                  <a:pt x="744" y="372"/>
                  <a:pt x="744" y="372"/>
                  <a:pt x="744" y="372"/>
                </a:cubicBezTo>
                <a:cubicBezTo>
                  <a:pt x="758" y="372"/>
                  <a:pt x="771" y="364"/>
                  <a:pt x="777" y="352"/>
                </a:cubicBezTo>
                <a:cubicBezTo>
                  <a:pt x="833" y="240"/>
                  <a:pt x="833" y="240"/>
                  <a:pt x="833" y="240"/>
                </a:cubicBezTo>
                <a:cubicBezTo>
                  <a:pt x="839" y="228"/>
                  <a:pt x="854" y="219"/>
                  <a:pt x="871" y="226"/>
                </a:cubicBezTo>
                <a:cubicBezTo>
                  <a:pt x="880" y="229"/>
                  <a:pt x="884" y="236"/>
                  <a:pt x="886" y="241"/>
                </a:cubicBezTo>
                <a:cubicBezTo>
                  <a:pt x="890" y="250"/>
                  <a:pt x="889" y="260"/>
                  <a:pt x="885" y="268"/>
                </a:cubicBezTo>
                <a:cubicBezTo>
                  <a:pt x="795" y="447"/>
                  <a:pt x="795" y="447"/>
                  <a:pt x="795" y="447"/>
                </a:cubicBezTo>
                <a:cubicBezTo>
                  <a:pt x="558" y="447"/>
                  <a:pt x="558" y="447"/>
                  <a:pt x="558" y="447"/>
                </a:cubicBezTo>
                <a:cubicBezTo>
                  <a:pt x="537" y="447"/>
                  <a:pt x="521" y="463"/>
                  <a:pt x="521" y="484"/>
                </a:cubicBezTo>
                <a:cubicBezTo>
                  <a:pt x="521" y="1247"/>
                  <a:pt x="521" y="1247"/>
                  <a:pt x="521" y="1247"/>
                </a:cubicBezTo>
                <a:cubicBezTo>
                  <a:pt x="521" y="1278"/>
                  <a:pt x="496" y="1303"/>
                  <a:pt x="465" y="1303"/>
                </a:cubicBezTo>
                <a:cubicBezTo>
                  <a:pt x="434" y="1303"/>
                  <a:pt x="409" y="1278"/>
                  <a:pt x="409" y="1247"/>
                </a:cubicBezTo>
                <a:cubicBezTo>
                  <a:pt x="409" y="782"/>
                  <a:pt x="409" y="782"/>
                  <a:pt x="409" y="782"/>
                </a:cubicBezTo>
                <a:cubicBezTo>
                  <a:pt x="409" y="761"/>
                  <a:pt x="393" y="744"/>
                  <a:pt x="372" y="744"/>
                </a:cubicBezTo>
                <a:cubicBezTo>
                  <a:pt x="351" y="744"/>
                  <a:pt x="335" y="761"/>
                  <a:pt x="335" y="782"/>
                </a:cubicBezTo>
                <a:cubicBezTo>
                  <a:pt x="335" y="1247"/>
                  <a:pt x="335" y="1247"/>
                  <a:pt x="335" y="1247"/>
                </a:cubicBezTo>
                <a:cubicBezTo>
                  <a:pt x="335" y="1278"/>
                  <a:pt x="310" y="1303"/>
                  <a:pt x="279" y="1303"/>
                </a:cubicBezTo>
                <a:cubicBezTo>
                  <a:pt x="248" y="1303"/>
                  <a:pt x="223" y="1278"/>
                  <a:pt x="223" y="1247"/>
                </a:cubicBezTo>
                <a:cubicBezTo>
                  <a:pt x="223" y="819"/>
                  <a:pt x="223" y="819"/>
                  <a:pt x="223" y="819"/>
                </a:cubicBezTo>
                <a:cubicBezTo>
                  <a:pt x="223" y="521"/>
                  <a:pt x="223" y="521"/>
                  <a:pt x="223" y="521"/>
                </a:cubicBezTo>
                <a:cubicBezTo>
                  <a:pt x="149" y="521"/>
                  <a:pt x="149" y="521"/>
                  <a:pt x="149" y="521"/>
                </a:cubicBezTo>
                <a:cubicBezTo>
                  <a:pt x="149" y="782"/>
                  <a:pt x="149" y="782"/>
                  <a:pt x="149" y="782"/>
                </a:cubicBezTo>
                <a:cubicBezTo>
                  <a:pt x="112" y="782"/>
                  <a:pt x="112" y="782"/>
                  <a:pt x="112" y="782"/>
                </a:cubicBezTo>
                <a:cubicBezTo>
                  <a:pt x="91" y="782"/>
                  <a:pt x="74" y="765"/>
                  <a:pt x="74" y="744"/>
                </a:cubicBezTo>
                <a:lnTo>
                  <a:pt x="74" y="484"/>
                </a:lnTo>
                <a:close/>
              </a:path>
            </a:pathLst>
          </a:custGeom>
          <a:solidFill>
            <a:srgbClr val="1350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1AF600A3-4F4E-37A5-C7C8-77CE320C3BC7}"/>
              </a:ext>
            </a:extLst>
          </p:cNvPr>
          <p:cNvGrpSpPr/>
          <p:nvPr/>
        </p:nvGrpSpPr>
        <p:grpSpPr>
          <a:xfrm>
            <a:off x="1575842" y="1967237"/>
            <a:ext cx="1243284" cy="615865"/>
            <a:chOff x="1966500" y="361950"/>
            <a:chExt cx="1119600" cy="507640"/>
          </a:xfrm>
          <a:solidFill>
            <a:srgbClr val="E60012"/>
          </a:solidFill>
        </p:grpSpPr>
        <p:sp>
          <p:nvSpPr>
            <p:cNvPr id="46" name="직각 삼각형 45">
              <a:extLst>
                <a:ext uri="{FF2B5EF4-FFF2-40B4-BE49-F238E27FC236}">
                  <a16:creationId xmlns:a16="http://schemas.microsoft.com/office/drawing/2014/main" id="{FFC39EC9-C4C3-A422-DAD7-19CF5EF91812}"/>
                </a:ext>
              </a:extLst>
            </p:cNvPr>
            <p:cNvSpPr/>
            <p:nvPr/>
          </p:nvSpPr>
          <p:spPr>
            <a:xfrm rot="5400000">
              <a:off x="2220389" y="624409"/>
              <a:ext cx="207229" cy="283134"/>
            </a:xfrm>
            <a:prstGeom prst="rtTriangl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47" name="사각형: 둥근 모서리 51">
              <a:extLst>
                <a:ext uri="{FF2B5EF4-FFF2-40B4-BE49-F238E27FC236}">
                  <a16:creationId xmlns:a16="http://schemas.microsoft.com/office/drawing/2014/main" id="{4C7E40D9-8D7B-1349-1AD0-E8134BD9A00A}"/>
                </a:ext>
              </a:extLst>
            </p:cNvPr>
            <p:cNvSpPr/>
            <p:nvPr/>
          </p:nvSpPr>
          <p:spPr>
            <a:xfrm>
              <a:off x="1966500" y="361950"/>
              <a:ext cx="1119600" cy="388703"/>
            </a:xfrm>
            <a:prstGeom prst="roundRect">
              <a:avLst>
                <a:gd name="adj" fmla="val 47741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98" b="1" i="0" u="none" strike="noStrike" kern="0" cap="none" spc="-45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신기술에 대한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98" b="1" i="0" u="none" strike="noStrike" kern="0" cap="none" spc="-45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계속 교육 수강</a:t>
              </a:r>
            </a:p>
          </p:txBody>
        </p:sp>
      </p:grpSp>
      <p:sp>
        <p:nvSpPr>
          <p:cNvPr id="48" name="사각형: 둥근 한쪽 모서리 54">
            <a:extLst>
              <a:ext uri="{FF2B5EF4-FFF2-40B4-BE49-F238E27FC236}">
                <a16:creationId xmlns:a16="http://schemas.microsoft.com/office/drawing/2014/main" id="{5F348665-3ABA-D756-177E-4F7C8721CD25}"/>
              </a:ext>
            </a:extLst>
          </p:cNvPr>
          <p:cNvSpPr/>
          <p:nvPr/>
        </p:nvSpPr>
        <p:spPr>
          <a:xfrm>
            <a:off x="10434092" y="2047845"/>
            <a:ext cx="8858250" cy="252949"/>
          </a:xfrm>
          <a:prstGeom prst="rect">
            <a:avLst/>
          </a:prstGeom>
          <a:pattFill prst="narHorz">
            <a:fgClr>
              <a:srgbClr val="D2F0FF"/>
            </a:fgClr>
            <a:bgClr>
              <a:srgbClr val="ABE3FF"/>
            </a:bgClr>
          </a:patt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/>
            <a:endParaRPr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880753FC-64DF-0D67-6AA4-19B26C49DC03}"/>
              </a:ext>
            </a:extLst>
          </p:cNvPr>
          <p:cNvGrpSpPr/>
          <p:nvPr/>
        </p:nvGrpSpPr>
        <p:grpSpPr>
          <a:xfrm>
            <a:off x="15935175" y="1700213"/>
            <a:ext cx="3192065" cy="823912"/>
            <a:chOff x="5671114" y="1700213"/>
            <a:chExt cx="3806172" cy="823912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0E80EF80-6BC0-C7F4-1347-D01029B8C247}"/>
                </a:ext>
              </a:extLst>
            </p:cNvPr>
            <p:cNvGrpSpPr/>
            <p:nvPr/>
          </p:nvGrpSpPr>
          <p:grpSpPr>
            <a:xfrm>
              <a:off x="5671114" y="1700213"/>
              <a:ext cx="1799775" cy="823912"/>
              <a:chOff x="2384335" y="1700213"/>
              <a:chExt cx="3414112" cy="823912"/>
            </a:xfrm>
          </p:grpSpPr>
          <p:grpSp>
            <p:nvGrpSpPr>
              <p:cNvPr id="56" name="그룹 55">
                <a:extLst>
                  <a:ext uri="{FF2B5EF4-FFF2-40B4-BE49-F238E27FC236}">
                    <a16:creationId xmlns:a16="http://schemas.microsoft.com/office/drawing/2014/main" id="{DBA0249E-4963-F74E-FD3C-8D0F97A92A1D}"/>
                  </a:ext>
                </a:extLst>
              </p:cNvPr>
              <p:cNvGrpSpPr/>
              <p:nvPr/>
            </p:nvGrpSpPr>
            <p:grpSpPr>
              <a:xfrm>
                <a:off x="2384335" y="1700213"/>
                <a:ext cx="3414112" cy="823912"/>
                <a:chOff x="2384336" y="1700213"/>
                <a:chExt cx="2365411" cy="823912"/>
              </a:xfrm>
            </p:grpSpPr>
            <p:sp>
              <p:nvSpPr>
                <p:cNvPr id="58" name="사각형: 둥근 모서리 130">
                  <a:extLst>
                    <a:ext uri="{FF2B5EF4-FFF2-40B4-BE49-F238E27FC236}">
                      <a16:creationId xmlns:a16="http://schemas.microsoft.com/office/drawing/2014/main" id="{6B52841D-4C02-4EB7-D525-2516DEA14F5D}"/>
                    </a:ext>
                  </a:extLst>
                </p:cNvPr>
                <p:cNvSpPr/>
                <p:nvPr/>
              </p:nvSpPr>
              <p:spPr>
                <a:xfrm>
                  <a:off x="2384336" y="1700213"/>
                  <a:ext cx="2365411" cy="823912"/>
                </a:xfrm>
                <a:prstGeom prst="roundRect">
                  <a:avLst>
                    <a:gd name="adj" fmla="val 2213"/>
                  </a:avLst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25200" rIns="0" bIns="36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0000"/>
                    </a:lnSpc>
                    <a:spcBef>
                      <a:spcPts val="600"/>
                    </a:spcBef>
                  </a:pPr>
                  <a:endParaRPr/>
                </a:p>
              </p:txBody>
            </p:sp>
            <p:sp>
              <p:nvSpPr>
                <p:cNvPr id="59" name="Text Box 30">
                  <a:extLst>
                    <a:ext uri="{FF2B5EF4-FFF2-40B4-BE49-F238E27FC236}">
                      <a16:creationId xmlns:a16="http://schemas.microsoft.com/office/drawing/2014/main" id="{49E88709-4BFD-DFF7-740D-9535E8D8E64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2672" y="1700213"/>
                  <a:ext cx="2144633" cy="267024"/>
                </a:xfrm>
                <a:prstGeom prst="round2SameRect">
                  <a:avLst>
                    <a:gd name="adj1" fmla="val 0"/>
                    <a:gd name="adj2" fmla="val 35671"/>
                  </a:avLst>
                </a:prstGeom>
                <a:solidFill>
                  <a:srgbClr val="1EB4F5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36000" rIns="0" bIns="0" rtlCol="0" anchor="ctr"/>
                <a:lstStyle>
                  <a:defPPr>
                    <a:defRPr lang="en-US"/>
                  </a:defPPr>
                  <a:lvl1pPr algn="ctr" eaLnBrk="0" hangingPunct="0">
                    <a:defRPr kumimoji="1" sz="1200" spc="-15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lang="ko-KR" altLang="en-US" spc="0" dirty="0">
                      <a:solidFill>
                        <a:schemeClr val="bg1"/>
                      </a:solidFill>
                    </a:rPr>
                    <a:t>교육 시간 합계</a:t>
                  </a:r>
                </a:p>
              </p:txBody>
            </p:sp>
          </p:grp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E9AC956-345D-200F-5DF7-D73D8D13B405}"/>
                  </a:ext>
                </a:extLst>
              </p:cNvPr>
              <p:cNvSpPr txBox="1"/>
              <p:nvPr/>
            </p:nvSpPr>
            <p:spPr bwMode="auto">
              <a:xfrm>
                <a:off x="3009071" y="2068553"/>
                <a:ext cx="2164635" cy="2769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indent="0"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pc="-100" dirty="0">
                    <a:ln>
                      <a:solidFill>
                        <a:srgbClr val="34B4F4">
                          <a:alpha val="0"/>
                        </a:srgbClr>
                      </a:solidFill>
                    </a:ln>
                    <a:solidFill>
                      <a:srgbClr val="13509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1,237 </a:t>
                </a:r>
                <a:r>
                  <a:rPr lang="ko-KR" altLang="en-US" spc="-100" dirty="0">
                    <a:ln>
                      <a:solidFill>
                        <a:srgbClr val="34B4F4">
                          <a:alpha val="0"/>
                        </a:srgbClr>
                      </a:solidFill>
                    </a:ln>
                    <a:solidFill>
                      <a:srgbClr val="13509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시간</a:t>
                </a:r>
              </a:p>
            </p:txBody>
          </p:sp>
        </p:grp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4E452F30-83FA-84B3-E7B1-131AF7EADB56}"/>
                </a:ext>
              </a:extLst>
            </p:cNvPr>
            <p:cNvGrpSpPr/>
            <p:nvPr/>
          </p:nvGrpSpPr>
          <p:grpSpPr>
            <a:xfrm>
              <a:off x="7677511" y="1700213"/>
              <a:ext cx="1799775" cy="823912"/>
              <a:chOff x="6148529" y="1700213"/>
              <a:chExt cx="3414112" cy="823912"/>
            </a:xfrm>
          </p:grpSpPr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D48ACC3F-D62E-5628-AF32-59233101323A}"/>
                  </a:ext>
                </a:extLst>
              </p:cNvPr>
              <p:cNvGrpSpPr/>
              <p:nvPr/>
            </p:nvGrpSpPr>
            <p:grpSpPr>
              <a:xfrm>
                <a:off x="6148529" y="1700213"/>
                <a:ext cx="3414112" cy="823912"/>
                <a:chOff x="2509404" y="1700213"/>
                <a:chExt cx="2365411" cy="823912"/>
              </a:xfrm>
            </p:grpSpPr>
            <p:sp>
              <p:nvSpPr>
                <p:cNvPr id="54" name="사각형: 둥근 모서리 130">
                  <a:extLst>
                    <a:ext uri="{FF2B5EF4-FFF2-40B4-BE49-F238E27FC236}">
                      <a16:creationId xmlns:a16="http://schemas.microsoft.com/office/drawing/2014/main" id="{E36E92D4-C2D9-3F26-6ECC-ADF578460A39}"/>
                    </a:ext>
                  </a:extLst>
                </p:cNvPr>
                <p:cNvSpPr/>
                <p:nvPr/>
              </p:nvSpPr>
              <p:spPr>
                <a:xfrm>
                  <a:off x="2509404" y="1700213"/>
                  <a:ext cx="2365411" cy="823912"/>
                </a:xfrm>
                <a:prstGeom prst="roundRect">
                  <a:avLst>
                    <a:gd name="adj" fmla="val 2213"/>
                  </a:avLst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25200" rIns="0" bIns="36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0000"/>
                    </a:lnSpc>
                    <a:spcBef>
                      <a:spcPts val="600"/>
                    </a:spcBef>
                  </a:pPr>
                  <a:endParaRPr/>
                </a:p>
              </p:txBody>
            </p:sp>
            <p:sp>
              <p:nvSpPr>
                <p:cNvPr id="55" name="Text Box 30">
                  <a:extLst>
                    <a:ext uri="{FF2B5EF4-FFF2-40B4-BE49-F238E27FC236}">
                      <a16:creationId xmlns:a16="http://schemas.microsoft.com/office/drawing/2014/main" id="{E48D5AE2-F82C-345B-6D14-F590B4AAA34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17740" y="1700213"/>
                  <a:ext cx="2144634" cy="267024"/>
                </a:xfrm>
                <a:prstGeom prst="round2SameRect">
                  <a:avLst>
                    <a:gd name="adj1" fmla="val 0"/>
                    <a:gd name="adj2" fmla="val 35671"/>
                  </a:avLst>
                </a:prstGeom>
                <a:solidFill>
                  <a:srgbClr val="E6001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36000" rIns="0" bIns="0" rtlCol="0" anchor="ctr"/>
                <a:lstStyle>
                  <a:defPPr>
                    <a:defRPr lang="en-US"/>
                  </a:defPPr>
                  <a:lvl1pPr algn="ctr" eaLnBrk="0" hangingPunct="0">
                    <a:defRPr kumimoji="1" sz="1200" spc="-15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lang="ko-KR" altLang="en-US" spc="0" dirty="0">
                      <a:solidFill>
                        <a:schemeClr val="bg1"/>
                      </a:solidFill>
                    </a:rPr>
                    <a:t>교육 시간 평균</a:t>
                  </a:r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122D6DF-9BBC-16B3-0025-C31A40B7F2E2}"/>
                  </a:ext>
                </a:extLst>
              </p:cNvPr>
              <p:cNvSpPr txBox="1"/>
              <p:nvPr/>
            </p:nvSpPr>
            <p:spPr bwMode="auto">
              <a:xfrm>
                <a:off x="6969064" y="2068553"/>
                <a:ext cx="1773045" cy="2769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indent="0"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pc="-100" dirty="0">
                    <a:ln>
                      <a:solidFill>
                        <a:srgbClr val="34B4F4">
                          <a:alpha val="0"/>
                        </a:srgbClr>
                      </a:solidFill>
                    </a:ln>
                    <a:solidFill>
                      <a:srgbClr val="E60012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176 </a:t>
                </a:r>
                <a:r>
                  <a:rPr lang="ko-KR" altLang="en-US" spc="-100" dirty="0">
                    <a:ln>
                      <a:solidFill>
                        <a:srgbClr val="34B4F4">
                          <a:alpha val="0"/>
                        </a:srgbClr>
                      </a:solidFill>
                    </a:ln>
                    <a:solidFill>
                      <a:srgbClr val="E60012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시간</a:t>
                </a:r>
              </a:p>
            </p:txBody>
          </p:sp>
        </p:grpSp>
      </p:grpSp>
      <p:sp>
        <p:nvSpPr>
          <p:cNvPr id="60" name="사각형: 위쪽 모서리의 한쪽은 둥글고 다른 한쪽은 잘림 59">
            <a:extLst>
              <a:ext uri="{FF2B5EF4-FFF2-40B4-BE49-F238E27FC236}">
                <a16:creationId xmlns:a16="http://schemas.microsoft.com/office/drawing/2014/main" id="{9A7B8A42-B38E-D932-BE09-DBC22FC7A380}"/>
              </a:ext>
            </a:extLst>
          </p:cNvPr>
          <p:cNvSpPr/>
          <p:nvPr/>
        </p:nvSpPr>
        <p:spPr>
          <a:xfrm flipH="1">
            <a:off x="14094809" y="1700213"/>
            <a:ext cx="1711902" cy="776762"/>
          </a:xfrm>
          <a:prstGeom prst="snipRoundRect">
            <a:avLst>
              <a:gd name="adj1" fmla="val 0"/>
              <a:gd name="adj2" fmla="val 44686"/>
            </a:avLst>
          </a:prstGeom>
          <a:solidFill>
            <a:srgbClr val="0072BA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72000" bIns="0" rtlCol="0" anchor="ctr"/>
          <a:lstStyle/>
          <a:p>
            <a: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200" b="0" kern="12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충분한</a:t>
            </a:r>
            <a:r>
              <a:rPr lang="en-US" altLang="ko-KR" sz="1200" b="0" kern="12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 </a:t>
            </a:r>
            <a:r>
              <a:rPr lang="ko-KR" altLang="en-US" sz="1200" b="0" kern="12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계속교육</a:t>
            </a:r>
          </a:p>
        </p:txBody>
      </p:sp>
      <p:graphicFrame>
        <p:nvGraphicFramePr>
          <p:cNvPr id="61" name="Group 93">
            <a:extLst>
              <a:ext uri="{FF2B5EF4-FFF2-40B4-BE49-F238E27FC236}">
                <a16:creationId xmlns:a16="http://schemas.microsoft.com/office/drawing/2014/main" id="{C09822EB-1A8C-D196-AA72-1039EDB7A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411301"/>
              </p:ext>
            </p:extLst>
          </p:nvPr>
        </p:nvGraphicFramePr>
        <p:xfrm>
          <a:off x="10434092" y="2476974"/>
          <a:ext cx="8858250" cy="4012726"/>
        </p:xfrm>
        <a:graphic>
          <a:graphicData uri="http://schemas.openxmlformats.org/drawingml/2006/table">
            <a:tbl>
              <a:tblPr bandCol="1"/>
              <a:tblGrid>
                <a:gridCol w="860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3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3882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kern="1200" spc="-50" baseline="0" dirty="0">
                          <a:ln>
                            <a:solidFill>
                              <a:schemeClr val="accent1">
                                <a:shade val="95000"/>
                                <a:satMod val="105000"/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j-cs"/>
                          <a:sym typeface="Wingdings" pitchFamily="2" charset="2"/>
                        </a:rPr>
                        <a:t>투입 인력</a:t>
                      </a:r>
                    </a:p>
                  </a:txBody>
                  <a:tcPr marL="32659" marR="32659" marT="3266" marB="32659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kern="1200" spc="-50" baseline="0" dirty="0">
                          <a:ln>
                            <a:solidFill>
                              <a:schemeClr val="accent1">
                                <a:shade val="95000"/>
                                <a:satMod val="105000"/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j-cs"/>
                          <a:sym typeface="Wingdings" pitchFamily="2" charset="2"/>
                        </a:rPr>
                        <a:t>교 육 명</a:t>
                      </a:r>
                    </a:p>
                  </a:txBody>
                  <a:tcPr marL="32659" marR="32659" marT="3266" marB="32659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kern="1200" spc="-50" baseline="0">
                          <a:ln>
                            <a:solidFill>
                              <a:schemeClr val="accent1">
                                <a:shade val="95000"/>
                                <a:satMod val="105000"/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j-cs"/>
                          <a:sym typeface="Wingdings" pitchFamily="2" charset="2"/>
                        </a:rPr>
                        <a:t>총 이수 시간</a:t>
                      </a:r>
                      <a:endParaRPr kumimoji="1" lang="ko-KR" altLang="en-US" sz="1100" b="1" kern="1200" spc="-50" baseline="0" dirty="0">
                        <a:ln>
                          <a:solidFill>
                            <a:schemeClr val="accent1">
                              <a:shade val="95000"/>
                              <a:satMod val="105000"/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j-cs"/>
                        <a:sym typeface="Wingdings" pitchFamily="2" charset="2"/>
                      </a:endParaRPr>
                    </a:p>
                  </a:txBody>
                  <a:tcPr marL="32659" marR="32659" marT="3266" marB="32659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kern="1200" spc="-50" baseline="0" dirty="0">
                          <a:ln>
                            <a:solidFill>
                              <a:schemeClr val="accent1">
                                <a:shade val="95000"/>
                                <a:satMod val="105000"/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j-cs"/>
                          <a:sym typeface="Wingdings" pitchFamily="2" charset="2"/>
                        </a:rPr>
                        <a:t>교육 기관</a:t>
                      </a:r>
                    </a:p>
                  </a:txBody>
                  <a:tcPr marL="32659" marR="32659" marT="3266" marB="32659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88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spc="-50" normalizeH="0" baseline="0">
                          <a:ln>
                            <a:solidFill>
                              <a:schemeClr val="accent1">
                                <a:shade val="95000"/>
                                <a:satMod val="105000"/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김 종 훈</a:t>
                      </a:r>
                      <a:endParaRPr kumimoji="1" lang="en-US" altLang="ko-KR" sz="1100" b="0" i="0" u="none" strike="noStrike" kern="1200" cap="none" spc="-50" normalizeH="0" baseline="0" dirty="0">
                        <a:ln>
                          <a:solidFill>
                            <a:schemeClr val="accent1">
                              <a:shade val="95000"/>
                              <a:satMod val="105000"/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6532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인공지능사회와 </a:t>
                      </a:r>
                      <a:r>
                        <a:rPr kumimoji="1" lang="ko-KR" altLang="en-US" sz="1050" b="0" kern="1200" spc="-80" baseline="0" dirty="0" err="1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뉴노멀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시대의 정보시스템 감사</a:t>
                      </a: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감리 역할 제고</a:t>
                      </a:r>
                      <a:endParaRPr kumimoji="1" lang="en-US" altLang="ko-KR" sz="1050" b="0" kern="1200" spc="-80" baseline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인공지능 및 </a:t>
                      </a: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IoT 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이해 및 감리 적용 실무 외 </a:t>
                      </a: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12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건</a:t>
                      </a:r>
                    </a:p>
                  </a:txBody>
                  <a:tcPr marL="108000" marR="32659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kern="1200" cap="none" spc="0" normalizeH="0" baseline="0" dirty="0">
                          <a:ln>
                            <a:solidFill>
                              <a:schemeClr val="accent1">
                                <a:shade val="95000"/>
                                <a:satMod val="105000"/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164</a:t>
                      </a:r>
                    </a:p>
                  </a:txBody>
                  <a:tcPr marL="32659" marR="32659" marT="6532" marB="65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사</a:t>
                      </a: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정보시스템감리협회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7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spc="-50" normalizeH="0" baseline="0">
                          <a:ln>
                            <a:solidFill>
                              <a:schemeClr val="accent1">
                                <a:shade val="95000"/>
                                <a:satMod val="105000"/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유 성 희</a:t>
                      </a:r>
                      <a:endParaRPr kumimoji="1" lang="en-US" altLang="ko-KR" sz="1100" b="0" i="0" u="none" strike="noStrike" kern="1200" cap="none" spc="-50" normalizeH="0" baseline="0" dirty="0">
                        <a:ln>
                          <a:solidFill>
                            <a:schemeClr val="accent1">
                              <a:shade val="95000"/>
                              <a:satMod val="105000"/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6532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공공 데이터 </a:t>
                      </a: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오픈 데이터</a:t>
                      </a: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 API 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제대로 배우기</a:t>
                      </a:r>
                    </a:p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인공지능사회와 </a:t>
                      </a:r>
                      <a:r>
                        <a:rPr kumimoji="1" lang="ko-KR" altLang="en-US" sz="1050" b="0" kern="1200" spc="-80" baseline="0" dirty="0" err="1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뉴노멀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시대의 정보시스템 감사</a:t>
                      </a: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감리 역할 제고 외 </a:t>
                      </a: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9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건</a:t>
                      </a:r>
                    </a:p>
                  </a:txBody>
                  <a:tcPr marL="108000" marR="32659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kern="1200" cap="none" spc="0" normalizeH="0" baseline="0">
                          <a:ln>
                            <a:solidFill>
                              <a:schemeClr val="accent1">
                                <a:shade val="95000"/>
                                <a:satMod val="105000"/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147</a:t>
                      </a:r>
                      <a:endParaRPr kumimoji="1" lang="en-US" altLang="ko-KR" sz="1200" b="1" i="0" u="none" strike="noStrike" kern="1200" cap="none" spc="0" normalizeH="0" baseline="0" dirty="0">
                        <a:ln>
                          <a:solidFill>
                            <a:schemeClr val="accent1">
                              <a:shade val="95000"/>
                              <a:satMod val="105000"/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65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3252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사</a:t>
                      </a:r>
                      <a:r>
                        <a:rPr kumimoji="1" lang="en-US" altLang="ko-KR" sz="105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05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정보시스템감리협회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234835"/>
                  </a:ext>
                </a:extLst>
              </a:tr>
              <a:tr h="5227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spc="-50" normalizeH="0" baseline="0">
                          <a:ln>
                            <a:solidFill>
                              <a:schemeClr val="accent1">
                                <a:shade val="95000"/>
                                <a:satMod val="105000"/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강     혁</a:t>
                      </a:r>
                      <a:endParaRPr kumimoji="1" lang="en-US" altLang="ko-KR" sz="1100" b="0" i="0" u="none" strike="noStrike" kern="1200" cap="none" spc="-50" normalizeH="0" baseline="0" dirty="0">
                        <a:ln>
                          <a:solidFill>
                            <a:schemeClr val="accent1">
                              <a:shade val="95000"/>
                              <a:satMod val="105000"/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6532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빅데이터 이해 및 감리 적용 실무</a:t>
                      </a: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,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블록체인</a:t>
                      </a: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인공지능 및 </a:t>
                      </a: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IoT 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이해 및 감리 적용 실무</a:t>
                      </a:r>
                    </a:p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데이터모델 진단 및 개선 방법  외 </a:t>
                      </a: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7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건</a:t>
                      </a:r>
                    </a:p>
                  </a:txBody>
                  <a:tcPr marL="108000" marR="32659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kern="1200" cap="none" spc="0" normalizeH="0" baseline="0">
                          <a:ln>
                            <a:solidFill>
                              <a:schemeClr val="accent1">
                                <a:shade val="95000"/>
                                <a:satMod val="105000"/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108</a:t>
                      </a:r>
                      <a:endParaRPr kumimoji="1" lang="en-US" altLang="ko-KR" sz="1200" b="1" i="0" u="none" strike="noStrike" kern="1200" cap="none" spc="0" normalizeH="0" baseline="0" dirty="0">
                        <a:ln>
                          <a:solidFill>
                            <a:schemeClr val="accent1">
                              <a:shade val="95000"/>
                              <a:satMod val="105000"/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65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3252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8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i="0" u="none" strike="noStrike" kern="1200" cap="none" spc="-8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사</a:t>
                      </a:r>
                      <a:r>
                        <a:rPr kumimoji="1" lang="en-US" altLang="ko-KR" sz="1050" b="0" i="0" u="none" strike="noStrike" kern="1200" cap="none" spc="-8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050" b="0" i="0" u="none" strike="noStrike" kern="1200" cap="none" spc="-8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정보시스템감리협회</a:t>
                      </a:r>
                      <a:endParaRPr kumimoji="1" lang="ko-KR" altLang="en-US" sz="105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552294"/>
                  </a:ext>
                </a:extLst>
              </a:tr>
              <a:tr h="5227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spc="-50" normalizeH="0" baseline="0">
                          <a:ln>
                            <a:solidFill>
                              <a:schemeClr val="accent1">
                                <a:shade val="95000"/>
                                <a:satMod val="105000"/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이 현 우</a:t>
                      </a:r>
                      <a:endParaRPr kumimoji="1" lang="en-US" altLang="ko-KR" sz="1100" b="0" i="0" u="none" strike="noStrike" kern="1200" cap="none" spc="-50" normalizeH="0" baseline="0" dirty="0">
                        <a:ln>
                          <a:solidFill>
                            <a:schemeClr val="accent1">
                              <a:shade val="95000"/>
                              <a:satMod val="105000"/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6532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인공지능사회와 </a:t>
                      </a:r>
                      <a:r>
                        <a:rPr kumimoji="1" lang="ko-KR" altLang="en-US" sz="1050" b="0" kern="1200" spc="-80" baseline="0" dirty="0" err="1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뉴노멀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시대의 정보시스템 감사</a:t>
                      </a: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감리 역할 제고</a:t>
                      </a:r>
                      <a:endParaRPr kumimoji="1" lang="en-US" altLang="ko-KR" sz="1050" b="0" kern="1200" spc="-80" baseline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MDD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방법론 및 </a:t>
                      </a:r>
                      <a:r>
                        <a:rPr kumimoji="1" lang="ko-KR" altLang="en-US" sz="1050" b="0" kern="1200" spc="-80" baseline="0" dirty="0" err="1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오픈소스개발방법론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외 </a:t>
                      </a: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26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건</a:t>
                      </a:r>
                    </a:p>
                  </a:txBody>
                  <a:tcPr marL="108000" marR="32659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kern="1200" cap="none" spc="0" normalizeH="0" baseline="0">
                          <a:ln>
                            <a:solidFill>
                              <a:schemeClr val="accent1">
                                <a:shade val="95000"/>
                                <a:satMod val="105000"/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372</a:t>
                      </a:r>
                      <a:endParaRPr kumimoji="1" lang="en-US" altLang="ko-KR" sz="1200" b="1" i="0" u="none" strike="noStrike" kern="1200" cap="none" spc="0" normalizeH="0" baseline="0" dirty="0">
                        <a:ln>
                          <a:solidFill>
                            <a:schemeClr val="accent1">
                              <a:shade val="95000"/>
                              <a:satMod val="105000"/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65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3252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8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i="0" u="none" strike="noStrike" kern="1200" cap="none" spc="-8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사</a:t>
                      </a:r>
                      <a:r>
                        <a:rPr kumimoji="1" lang="en-US" altLang="ko-KR" sz="1050" b="0" i="0" u="none" strike="noStrike" kern="1200" cap="none" spc="-8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050" b="0" i="0" u="none" strike="noStrike" kern="1200" cap="none" spc="-8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정보시스템감리협회</a:t>
                      </a:r>
                      <a:endParaRPr kumimoji="1" lang="ko-KR" altLang="en-US" sz="1050" b="0" kern="1200" spc="-80" baseline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80109"/>
                  </a:ext>
                </a:extLst>
              </a:tr>
              <a:tr h="5227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spc="-50" normalizeH="0" baseline="0">
                          <a:ln>
                            <a:solidFill>
                              <a:schemeClr val="accent1">
                                <a:shade val="95000"/>
                                <a:satMod val="105000"/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이 태 환</a:t>
                      </a:r>
                      <a:endParaRPr kumimoji="1" lang="en-US" altLang="ko-KR" sz="1100" b="0" i="0" u="none" strike="noStrike" kern="1200" cap="none" spc="-50" normalizeH="0" baseline="0" dirty="0">
                        <a:ln>
                          <a:solidFill>
                            <a:schemeClr val="accent1">
                              <a:shade val="95000"/>
                              <a:satMod val="105000"/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6532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시스템 아키텍처 관점에서 성능 점검 방법</a:t>
                      </a:r>
                      <a:endParaRPr kumimoji="1" lang="en-US" altLang="ko-KR" sz="1050" b="0" kern="1200" spc="-80" baseline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웹취약점 및 </a:t>
                      </a:r>
                      <a:r>
                        <a:rPr kumimoji="1" lang="ko-KR" altLang="en-US" sz="1050" b="0" kern="1200" spc="-80" baseline="0" dirty="0" err="1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보안약점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진단 실습 외 </a:t>
                      </a: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10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건</a:t>
                      </a:r>
                    </a:p>
                  </a:txBody>
                  <a:tcPr marL="108000" marR="32659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kern="1200" cap="none" spc="0" normalizeH="0" baseline="0">
                          <a:ln>
                            <a:solidFill>
                              <a:schemeClr val="accent1">
                                <a:shade val="95000"/>
                                <a:satMod val="105000"/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131</a:t>
                      </a:r>
                      <a:endParaRPr kumimoji="1" lang="en-US" altLang="ko-KR" sz="1200" b="1" i="0" u="none" strike="noStrike" kern="1200" cap="none" spc="0" normalizeH="0" baseline="0" dirty="0">
                        <a:ln>
                          <a:solidFill>
                            <a:schemeClr val="accent1">
                              <a:shade val="95000"/>
                              <a:satMod val="105000"/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65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3252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사</a:t>
                      </a:r>
                      <a:r>
                        <a:rPr kumimoji="1" lang="en-US" altLang="ko-KR" sz="105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05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정보시스템감리협회</a:t>
                      </a:r>
                      <a:endParaRPr kumimoji="1" lang="ko-KR" altLang="en-US" sz="1050" b="0" kern="1200" spc="-80" baseline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328865"/>
                  </a:ext>
                </a:extLst>
              </a:tr>
              <a:tr h="5227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spc="-50" normalizeH="0" baseline="0">
                          <a:ln>
                            <a:solidFill>
                              <a:schemeClr val="accent1">
                                <a:shade val="95000"/>
                                <a:satMod val="105000"/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박 규 효</a:t>
                      </a:r>
                      <a:endParaRPr kumimoji="1" lang="en-US" altLang="ko-KR" sz="1100" b="0" i="0" u="none" strike="noStrike" kern="1200" cap="none" spc="-50" normalizeH="0" baseline="0" dirty="0">
                        <a:ln>
                          <a:solidFill>
                            <a:schemeClr val="accent1">
                              <a:shade val="95000"/>
                              <a:satMod val="105000"/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6532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인공지능사회와 </a:t>
                      </a:r>
                      <a:r>
                        <a:rPr kumimoji="1" lang="ko-KR" altLang="en-US" sz="1050" b="0" kern="1200" spc="-80" baseline="0" dirty="0" err="1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뉴노멀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시대의 정보시스템 감사</a:t>
                      </a: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감리 역할 제고</a:t>
                      </a:r>
                      <a:endParaRPr kumimoji="1" lang="en-US" altLang="ko-KR" sz="1050" b="0" kern="1200" spc="-80" baseline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Big Data Analytics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기술입문 외 </a:t>
                      </a: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8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건</a:t>
                      </a:r>
                      <a:endParaRPr kumimoji="1" lang="en-US" altLang="ko-KR" sz="1050" b="0" kern="1200" spc="-80" baseline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108000" marR="32659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kern="1200" cap="none" spc="0" normalizeH="0" baseline="0">
                          <a:ln>
                            <a:solidFill>
                              <a:schemeClr val="accent1">
                                <a:shade val="95000"/>
                                <a:satMod val="105000"/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158</a:t>
                      </a:r>
                      <a:endParaRPr kumimoji="1" lang="en-US" altLang="ko-KR" sz="1200" b="1" i="0" u="none" strike="noStrike" kern="1200" cap="none" spc="0" normalizeH="0" baseline="0" dirty="0">
                        <a:ln>
                          <a:solidFill>
                            <a:schemeClr val="accent1">
                              <a:shade val="95000"/>
                              <a:satMod val="105000"/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65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3252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사</a:t>
                      </a:r>
                      <a:r>
                        <a:rPr kumimoji="1" lang="en-US" altLang="ko-KR" sz="105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05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정보시스템감리협회</a:t>
                      </a:r>
                      <a:endParaRPr kumimoji="1" lang="en-US" altLang="ko-KR" sz="105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153252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0" kern="1200" spc="-80" baseline="0" dirty="0" err="1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한국소프트웨어기술진흥협회</a:t>
                      </a:r>
                      <a:endParaRPr kumimoji="1" lang="ko-KR" altLang="en-US" sz="1050" b="0" kern="1200" spc="-80" baseline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908680"/>
                  </a:ext>
                </a:extLst>
              </a:tr>
              <a:tr h="5227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spc="-50" normalizeH="0" baseline="0">
                          <a:ln>
                            <a:solidFill>
                              <a:schemeClr val="accent1">
                                <a:shade val="95000"/>
                                <a:satMod val="105000"/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김 지 훈</a:t>
                      </a:r>
                      <a:endParaRPr kumimoji="1" lang="en-US" altLang="ko-KR" sz="1100" b="0" i="0" u="none" strike="noStrike" kern="1200" cap="none" spc="-50" normalizeH="0" baseline="0" dirty="0">
                        <a:ln>
                          <a:solidFill>
                            <a:schemeClr val="accent1">
                              <a:shade val="95000"/>
                              <a:satMod val="105000"/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6532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인공지능사회와 </a:t>
                      </a:r>
                      <a:r>
                        <a:rPr kumimoji="1" lang="ko-KR" altLang="en-US" sz="1050" b="0" kern="1200" spc="-80" baseline="0" dirty="0" err="1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뉴노멀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시대의 정보시스템 감사</a:t>
                      </a: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감리 역할 제고</a:t>
                      </a:r>
                      <a:endParaRPr kumimoji="1" lang="en-US" altLang="ko-KR" sz="1050" b="0" kern="1200" spc="-80" baseline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144000" marR="0" lvl="0" indent="-144000" algn="l" defTabSz="1007943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소스코드 </a:t>
                      </a:r>
                      <a:r>
                        <a:rPr kumimoji="1" lang="ko-KR" altLang="en-US" sz="1050" b="0" kern="1200" spc="-80" baseline="0" dirty="0" err="1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보안약점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분석도구 활용 교육 외 </a:t>
                      </a:r>
                      <a:r>
                        <a:rPr kumimoji="1" lang="en-US" altLang="ko-KR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9</a:t>
                      </a:r>
                      <a:r>
                        <a:rPr kumimoji="1" lang="ko-KR" altLang="en-US" sz="1050" b="0" kern="1200" spc="-80" baseline="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건</a:t>
                      </a:r>
                      <a:endParaRPr kumimoji="1" lang="en-US" altLang="ko-KR" sz="1050" b="0" kern="1200" spc="-80" baseline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108000" marR="32659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kern="1200" cap="none" spc="0" normalizeH="0" baseline="0">
                          <a:ln>
                            <a:solidFill>
                              <a:schemeClr val="accent1">
                                <a:shade val="95000"/>
                                <a:satMod val="105000"/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157</a:t>
                      </a:r>
                      <a:endParaRPr kumimoji="1" lang="en-US" altLang="ko-KR" sz="1200" b="1" i="0" u="none" strike="noStrike" kern="1200" cap="none" spc="0" normalizeH="0" baseline="0" dirty="0">
                        <a:ln>
                          <a:solidFill>
                            <a:schemeClr val="accent1">
                              <a:shade val="95000"/>
                              <a:satMod val="105000"/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653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3252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사</a:t>
                      </a:r>
                      <a:r>
                        <a:rPr kumimoji="1" lang="en-US" altLang="ko-KR" sz="105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05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정보시스템감리협회</a:t>
                      </a:r>
                      <a:endParaRPr kumimoji="1" lang="ko-KR" altLang="en-US" sz="1050" b="0" kern="1200" spc="-80" baseline="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22224"/>
                  </a:ext>
                </a:extLst>
              </a:tr>
            </a:tbl>
          </a:graphicData>
        </a:graphic>
      </p:graphicFrame>
      <p:grpSp>
        <p:nvGrpSpPr>
          <p:cNvPr id="62" name="그룹 61">
            <a:extLst>
              <a:ext uri="{FF2B5EF4-FFF2-40B4-BE49-F238E27FC236}">
                <a16:creationId xmlns:a16="http://schemas.microsoft.com/office/drawing/2014/main" id="{4C00B39B-CAC1-F6EE-7518-2771A77184A0}"/>
              </a:ext>
            </a:extLst>
          </p:cNvPr>
          <p:cNvGrpSpPr/>
          <p:nvPr/>
        </p:nvGrpSpPr>
        <p:grpSpPr>
          <a:xfrm>
            <a:off x="10580910" y="1781175"/>
            <a:ext cx="643488" cy="644832"/>
            <a:chOff x="19734213" y="4875213"/>
            <a:chExt cx="760413" cy="762000"/>
          </a:xfrm>
          <a:solidFill>
            <a:srgbClr val="135091"/>
          </a:solidFill>
        </p:grpSpPr>
        <p:sp>
          <p:nvSpPr>
            <p:cNvPr id="63" name="Freeform 227">
              <a:extLst>
                <a:ext uri="{FF2B5EF4-FFF2-40B4-BE49-F238E27FC236}">
                  <a16:creationId xmlns:a16="http://schemas.microsoft.com/office/drawing/2014/main" id="{9E64B047-C0D2-1950-7F13-358053747F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164426" y="5180013"/>
              <a:ext cx="204788" cy="236538"/>
            </a:xfrm>
            <a:custGeom>
              <a:avLst/>
              <a:gdLst>
                <a:gd name="T0" fmla="*/ 560 w 599"/>
                <a:gd name="T1" fmla="*/ 0 h 696"/>
                <a:gd name="T2" fmla="*/ 39 w 599"/>
                <a:gd name="T3" fmla="*/ 0 h 696"/>
                <a:gd name="T4" fmla="*/ 10 w 599"/>
                <a:gd name="T5" fmla="*/ 15 h 696"/>
                <a:gd name="T6" fmla="*/ 3 w 599"/>
                <a:gd name="T7" fmla="*/ 47 h 696"/>
                <a:gd name="T8" fmla="*/ 40 w 599"/>
                <a:gd name="T9" fmla="*/ 196 h 696"/>
                <a:gd name="T10" fmla="*/ 76 w 599"/>
                <a:gd name="T11" fmla="*/ 224 h 696"/>
                <a:gd name="T12" fmla="*/ 262 w 599"/>
                <a:gd name="T13" fmla="*/ 224 h 696"/>
                <a:gd name="T14" fmla="*/ 262 w 599"/>
                <a:gd name="T15" fmla="*/ 559 h 696"/>
                <a:gd name="T16" fmla="*/ 151 w 599"/>
                <a:gd name="T17" fmla="*/ 559 h 696"/>
                <a:gd name="T18" fmla="*/ 124 w 599"/>
                <a:gd name="T19" fmla="*/ 569 h 696"/>
                <a:gd name="T20" fmla="*/ 50 w 599"/>
                <a:gd name="T21" fmla="*/ 644 h 696"/>
                <a:gd name="T22" fmla="*/ 103 w 599"/>
                <a:gd name="T23" fmla="*/ 696 h 696"/>
                <a:gd name="T24" fmla="*/ 166 w 599"/>
                <a:gd name="T25" fmla="*/ 633 h 696"/>
                <a:gd name="T26" fmla="*/ 433 w 599"/>
                <a:gd name="T27" fmla="*/ 633 h 696"/>
                <a:gd name="T28" fmla="*/ 496 w 599"/>
                <a:gd name="T29" fmla="*/ 696 h 696"/>
                <a:gd name="T30" fmla="*/ 549 w 599"/>
                <a:gd name="T31" fmla="*/ 644 h 696"/>
                <a:gd name="T32" fmla="*/ 475 w 599"/>
                <a:gd name="T33" fmla="*/ 569 h 696"/>
                <a:gd name="T34" fmla="*/ 448 w 599"/>
                <a:gd name="T35" fmla="*/ 559 h 696"/>
                <a:gd name="T36" fmla="*/ 337 w 599"/>
                <a:gd name="T37" fmla="*/ 559 h 696"/>
                <a:gd name="T38" fmla="*/ 337 w 599"/>
                <a:gd name="T39" fmla="*/ 224 h 696"/>
                <a:gd name="T40" fmla="*/ 523 w 599"/>
                <a:gd name="T41" fmla="*/ 224 h 696"/>
                <a:gd name="T42" fmla="*/ 559 w 599"/>
                <a:gd name="T43" fmla="*/ 196 h 696"/>
                <a:gd name="T44" fmla="*/ 596 w 599"/>
                <a:gd name="T45" fmla="*/ 47 h 696"/>
                <a:gd name="T46" fmla="*/ 589 w 599"/>
                <a:gd name="T47" fmla="*/ 15 h 696"/>
                <a:gd name="T48" fmla="*/ 560 w 599"/>
                <a:gd name="T49" fmla="*/ 0 h 696"/>
                <a:gd name="T50" fmla="*/ 494 w 599"/>
                <a:gd name="T51" fmla="*/ 149 h 696"/>
                <a:gd name="T52" fmla="*/ 105 w 599"/>
                <a:gd name="T53" fmla="*/ 149 h 696"/>
                <a:gd name="T54" fmla="*/ 87 w 599"/>
                <a:gd name="T55" fmla="*/ 75 h 696"/>
                <a:gd name="T56" fmla="*/ 512 w 599"/>
                <a:gd name="T57" fmla="*/ 75 h 696"/>
                <a:gd name="T58" fmla="*/ 494 w 599"/>
                <a:gd name="T59" fmla="*/ 149 h 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99" h="696">
                  <a:moveTo>
                    <a:pt x="560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28" y="0"/>
                    <a:pt x="17" y="6"/>
                    <a:pt x="10" y="15"/>
                  </a:cubicBezTo>
                  <a:cubicBezTo>
                    <a:pt x="3" y="24"/>
                    <a:pt x="0" y="36"/>
                    <a:pt x="3" y="47"/>
                  </a:cubicBezTo>
                  <a:cubicBezTo>
                    <a:pt x="40" y="196"/>
                    <a:pt x="40" y="196"/>
                    <a:pt x="40" y="196"/>
                  </a:cubicBezTo>
                  <a:cubicBezTo>
                    <a:pt x="44" y="212"/>
                    <a:pt x="59" y="224"/>
                    <a:pt x="76" y="224"/>
                  </a:cubicBezTo>
                  <a:cubicBezTo>
                    <a:pt x="262" y="224"/>
                    <a:pt x="262" y="224"/>
                    <a:pt x="262" y="224"/>
                  </a:cubicBezTo>
                  <a:cubicBezTo>
                    <a:pt x="262" y="559"/>
                    <a:pt x="262" y="559"/>
                    <a:pt x="262" y="559"/>
                  </a:cubicBezTo>
                  <a:cubicBezTo>
                    <a:pt x="151" y="559"/>
                    <a:pt x="151" y="559"/>
                    <a:pt x="151" y="559"/>
                  </a:cubicBezTo>
                  <a:cubicBezTo>
                    <a:pt x="141" y="559"/>
                    <a:pt x="131" y="562"/>
                    <a:pt x="124" y="569"/>
                  </a:cubicBezTo>
                  <a:cubicBezTo>
                    <a:pt x="50" y="644"/>
                    <a:pt x="50" y="644"/>
                    <a:pt x="50" y="644"/>
                  </a:cubicBezTo>
                  <a:cubicBezTo>
                    <a:pt x="103" y="696"/>
                    <a:pt x="103" y="696"/>
                    <a:pt x="103" y="696"/>
                  </a:cubicBezTo>
                  <a:cubicBezTo>
                    <a:pt x="166" y="633"/>
                    <a:pt x="166" y="633"/>
                    <a:pt x="166" y="633"/>
                  </a:cubicBezTo>
                  <a:cubicBezTo>
                    <a:pt x="433" y="633"/>
                    <a:pt x="433" y="633"/>
                    <a:pt x="433" y="633"/>
                  </a:cubicBezTo>
                  <a:cubicBezTo>
                    <a:pt x="496" y="696"/>
                    <a:pt x="496" y="696"/>
                    <a:pt x="496" y="696"/>
                  </a:cubicBezTo>
                  <a:cubicBezTo>
                    <a:pt x="549" y="644"/>
                    <a:pt x="549" y="644"/>
                    <a:pt x="549" y="644"/>
                  </a:cubicBezTo>
                  <a:cubicBezTo>
                    <a:pt x="475" y="569"/>
                    <a:pt x="475" y="569"/>
                    <a:pt x="475" y="569"/>
                  </a:cubicBezTo>
                  <a:cubicBezTo>
                    <a:pt x="468" y="562"/>
                    <a:pt x="458" y="559"/>
                    <a:pt x="448" y="559"/>
                  </a:cubicBezTo>
                  <a:cubicBezTo>
                    <a:pt x="337" y="559"/>
                    <a:pt x="337" y="559"/>
                    <a:pt x="337" y="559"/>
                  </a:cubicBezTo>
                  <a:cubicBezTo>
                    <a:pt x="337" y="224"/>
                    <a:pt x="337" y="224"/>
                    <a:pt x="337" y="224"/>
                  </a:cubicBezTo>
                  <a:cubicBezTo>
                    <a:pt x="523" y="224"/>
                    <a:pt x="523" y="224"/>
                    <a:pt x="523" y="224"/>
                  </a:cubicBezTo>
                  <a:cubicBezTo>
                    <a:pt x="540" y="224"/>
                    <a:pt x="555" y="212"/>
                    <a:pt x="559" y="196"/>
                  </a:cubicBezTo>
                  <a:cubicBezTo>
                    <a:pt x="596" y="47"/>
                    <a:pt x="596" y="47"/>
                    <a:pt x="596" y="47"/>
                  </a:cubicBezTo>
                  <a:cubicBezTo>
                    <a:pt x="599" y="36"/>
                    <a:pt x="596" y="24"/>
                    <a:pt x="589" y="15"/>
                  </a:cubicBezTo>
                  <a:cubicBezTo>
                    <a:pt x="582" y="6"/>
                    <a:pt x="571" y="0"/>
                    <a:pt x="560" y="0"/>
                  </a:cubicBezTo>
                  <a:close/>
                  <a:moveTo>
                    <a:pt x="494" y="149"/>
                  </a:moveTo>
                  <a:cubicBezTo>
                    <a:pt x="105" y="149"/>
                    <a:pt x="105" y="149"/>
                    <a:pt x="105" y="149"/>
                  </a:cubicBezTo>
                  <a:cubicBezTo>
                    <a:pt x="87" y="75"/>
                    <a:pt x="87" y="75"/>
                    <a:pt x="87" y="75"/>
                  </a:cubicBezTo>
                  <a:cubicBezTo>
                    <a:pt x="512" y="75"/>
                    <a:pt x="512" y="75"/>
                    <a:pt x="512" y="75"/>
                  </a:cubicBezTo>
                  <a:lnTo>
                    <a:pt x="494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16" name="Freeform 228">
              <a:extLst>
                <a:ext uri="{FF2B5EF4-FFF2-40B4-BE49-F238E27FC236}">
                  <a16:creationId xmlns:a16="http://schemas.microsoft.com/office/drawing/2014/main" id="{B848D9C6-AC74-C5F5-A7A0-11511D5DE7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46913" y="5421313"/>
              <a:ext cx="127000" cy="215900"/>
            </a:xfrm>
            <a:custGeom>
              <a:avLst/>
              <a:gdLst>
                <a:gd name="T0" fmla="*/ 298 w 372"/>
                <a:gd name="T1" fmla="*/ 633 h 633"/>
                <a:gd name="T2" fmla="*/ 298 w 372"/>
                <a:gd name="T3" fmla="*/ 521 h 633"/>
                <a:gd name="T4" fmla="*/ 335 w 372"/>
                <a:gd name="T5" fmla="*/ 521 h 633"/>
                <a:gd name="T6" fmla="*/ 372 w 372"/>
                <a:gd name="T7" fmla="*/ 484 h 633"/>
                <a:gd name="T8" fmla="*/ 372 w 372"/>
                <a:gd name="T9" fmla="*/ 335 h 633"/>
                <a:gd name="T10" fmla="*/ 308 w 372"/>
                <a:gd name="T11" fmla="*/ 234 h 633"/>
                <a:gd name="T12" fmla="*/ 335 w 372"/>
                <a:gd name="T13" fmla="*/ 149 h 633"/>
                <a:gd name="T14" fmla="*/ 186 w 372"/>
                <a:gd name="T15" fmla="*/ 0 h 633"/>
                <a:gd name="T16" fmla="*/ 37 w 372"/>
                <a:gd name="T17" fmla="*/ 149 h 633"/>
                <a:gd name="T18" fmla="*/ 65 w 372"/>
                <a:gd name="T19" fmla="*/ 234 h 633"/>
                <a:gd name="T20" fmla="*/ 0 w 372"/>
                <a:gd name="T21" fmla="*/ 335 h 633"/>
                <a:gd name="T22" fmla="*/ 0 w 372"/>
                <a:gd name="T23" fmla="*/ 484 h 633"/>
                <a:gd name="T24" fmla="*/ 37 w 372"/>
                <a:gd name="T25" fmla="*/ 521 h 633"/>
                <a:gd name="T26" fmla="*/ 75 w 372"/>
                <a:gd name="T27" fmla="*/ 521 h 633"/>
                <a:gd name="T28" fmla="*/ 75 w 372"/>
                <a:gd name="T29" fmla="*/ 633 h 633"/>
                <a:gd name="T30" fmla="*/ 149 w 372"/>
                <a:gd name="T31" fmla="*/ 633 h 633"/>
                <a:gd name="T32" fmla="*/ 149 w 372"/>
                <a:gd name="T33" fmla="*/ 521 h 633"/>
                <a:gd name="T34" fmla="*/ 223 w 372"/>
                <a:gd name="T35" fmla="*/ 521 h 633"/>
                <a:gd name="T36" fmla="*/ 223 w 372"/>
                <a:gd name="T37" fmla="*/ 633 h 633"/>
                <a:gd name="T38" fmla="*/ 298 w 372"/>
                <a:gd name="T39" fmla="*/ 633 h 633"/>
                <a:gd name="T40" fmla="*/ 298 w 372"/>
                <a:gd name="T41" fmla="*/ 447 h 633"/>
                <a:gd name="T42" fmla="*/ 75 w 372"/>
                <a:gd name="T43" fmla="*/ 447 h 633"/>
                <a:gd name="T44" fmla="*/ 75 w 372"/>
                <a:gd name="T45" fmla="*/ 335 h 633"/>
                <a:gd name="T46" fmla="*/ 112 w 372"/>
                <a:gd name="T47" fmla="*/ 298 h 633"/>
                <a:gd name="T48" fmla="*/ 261 w 372"/>
                <a:gd name="T49" fmla="*/ 298 h 633"/>
                <a:gd name="T50" fmla="*/ 298 w 372"/>
                <a:gd name="T51" fmla="*/ 335 h 633"/>
                <a:gd name="T52" fmla="*/ 298 w 372"/>
                <a:gd name="T53" fmla="*/ 447 h 633"/>
                <a:gd name="T54" fmla="*/ 186 w 372"/>
                <a:gd name="T55" fmla="*/ 75 h 633"/>
                <a:gd name="T56" fmla="*/ 261 w 372"/>
                <a:gd name="T57" fmla="*/ 149 h 633"/>
                <a:gd name="T58" fmla="*/ 186 w 372"/>
                <a:gd name="T59" fmla="*/ 224 h 633"/>
                <a:gd name="T60" fmla="*/ 112 w 372"/>
                <a:gd name="T61" fmla="*/ 149 h 633"/>
                <a:gd name="T62" fmla="*/ 186 w 372"/>
                <a:gd name="T63" fmla="*/ 75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72" h="633">
                  <a:moveTo>
                    <a:pt x="298" y="633"/>
                  </a:moveTo>
                  <a:cubicBezTo>
                    <a:pt x="298" y="521"/>
                    <a:pt x="298" y="521"/>
                    <a:pt x="298" y="521"/>
                  </a:cubicBezTo>
                  <a:cubicBezTo>
                    <a:pt x="335" y="521"/>
                    <a:pt x="335" y="521"/>
                    <a:pt x="335" y="521"/>
                  </a:cubicBezTo>
                  <a:cubicBezTo>
                    <a:pt x="356" y="521"/>
                    <a:pt x="372" y="505"/>
                    <a:pt x="372" y="484"/>
                  </a:cubicBezTo>
                  <a:cubicBezTo>
                    <a:pt x="372" y="335"/>
                    <a:pt x="372" y="335"/>
                    <a:pt x="372" y="335"/>
                  </a:cubicBezTo>
                  <a:cubicBezTo>
                    <a:pt x="372" y="291"/>
                    <a:pt x="346" y="252"/>
                    <a:pt x="308" y="234"/>
                  </a:cubicBezTo>
                  <a:cubicBezTo>
                    <a:pt x="325" y="210"/>
                    <a:pt x="335" y="181"/>
                    <a:pt x="335" y="149"/>
                  </a:cubicBezTo>
                  <a:cubicBezTo>
                    <a:pt x="335" y="67"/>
                    <a:pt x="268" y="0"/>
                    <a:pt x="186" y="0"/>
                  </a:cubicBezTo>
                  <a:cubicBezTo>
                    <a:pt x="104" y="0"/>
                    <a:pt x="37" y="67"/>
                    <a:pt x="37" y="149"/>
                  </a:cubicBezTo>
                  <a:cubicBezTo>
                    <a:pt x="37" y="181"/>
                    <a:pt x="48" y="210"/>
                    <a:pt x="65" y="234"/>
                  </a:cubicBezTo>
                  <a:cubicBezTo>
                    <a:pt x="27" y="252"/>
                    <a:pt x="0" y="291"/>
                    <a:pt x="0" y="335"/>
                  </a:cubicBezTo>
                  <a:cubicBezTo>
                    <a:pt x="0" y="484"/>
                    <a:pt x="0" y="484"/>
                    <a:pt x="0" y="484"/>
                  </a:cubicBezTo>
                  <a:cubicBezTo>
                    <a:pt x="0" y="505"/>
                    <a:pt x="17" y="521"/>
                    <a:pt x="37" y="521"/>
                  </a:cubicBezTo>
                  <a:cubicBezTo>
                    <a:pt x="75" y="521"/>
                    <a:pt x="75" y="521"/>
                    <a:pt x="75" y="521"/>
                  </a:cubicBezTo>
                  <a:cubicBezTo>
                    <a:pt x="75" y="633"/>
                    <a:pt x="75" y="633"/>
                    <a:pt x="75" y="633"/>
                  </a:cubicBezTo>
                  <a:cubicBezTo>
                    <a:pt x="149" y="633"/>
                    <a:pt x="149" y="633"/>
                    <a:pt x="149" y="633"/>
                  </a:cubicBezTo>
                  <a:cubicBezTo>
                    <a:pt x="149" y="521"/>
                    <a:pt x="149" y="521"/>
                    <a:pt x="149" y="521"/>
                  </a:cubicBezTo>
                  <a:cubicBezTo>
                    <a:pt x="223" y="521"/>
                    <a:pt x="223" y="521"/>
                    <a:pt x="223" y="521"/>
                  </a:cubicBezTo>
                  <a:cubicBezTo>
                    <a:pt x="223" y="633"/>
                    <a:pt x="223" y="633"/>
                    <a:pt x="223" y="633"/>
                  </a:cubicBezTo>
                  <a:lnTo>
                    <a:pt x="298" y="633"/>
                  </a:lnTo>
                  <a:close/>
                  <a:moveTo>
                    <a:pt x="298" y="447"/>
                  </a:moveTo>
                  <a:cubicBezTo>
                    <a:pt x="75" y="447"/>
                    <a:pt x="75" y="447"/>
                    <a:pt x="75" y="447"/>
                  </a:cubicBezTo>
                  <a:cubicBezTo>
                    <a:pt x="75" y="335"/>
                    <a:pt x="75" y="335"/>
                    <a:pt x="75" y="335"/>
                  </a:cubicBezTo>
                  <a:cubicBezTo>
                    <a:pt x="75" y="315"/>
                    <a:pt x="91" y="298"/>
                    <a:pt x="112" y="298"/>
                  </a:cubicBezTo>
                  <a:cubicBezTo>
                    <a:pt x="261" y="298"/>
                    <a:pt x="261" y="298"/>
                    <a:pt x="261" y="298"/>
                  </a:cubicBezTo>
                  <a:cubicBezTo>
                    <a:pt x="281" y="298"/>
                    <a:pt x="298" y="315"/>
                    <a:pt x="298" y="335"/>
                  </a:cubicBezTo>
                  <a:lnTo>
                    <a:pt x="298" y="447"/>
                  </a:lnTo>
                  <a:close/>
                  <a:moveTo>
                    <a:pt x="186" y="75"/>
                  </a:moveTo>
                  <a:cubicBezTo>
                    <a:pt x="227" y="75"/>
                    <a:pt x="261" y="108"/>
                    <a:pt x="261" y="149"/>
                  </a:cubicBezTo>
                  <a:cubicBezTo>
                    <a:pt x="261" y="190"/>
                    <a:pt x="227" y="224"/>
                    <a:pt x="186" y="224"/>
                  </a:cubicBezTo>
                  <a:cubicBezTo>
                    <a:pt x="145" y="224"/>
                    <a:pt x="112" y="190"/>
                    <a:pt x="112" y="149"/>
                  </a:cubicBezTo>
                  <a:cubicBezTo>
                    <a:pt x="112" y="108"/>
                    <a:pt x="145" y="75"/>
                    <a:pt x="186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17" name="Freeform 229">
              <a:extLst>
                <a:ext uri="{FF2B5EF4-FFF2-40B4-BE49-F238E27FC236}">
                  <a16:creationId xmlns:a16="http://schemas.microsoft.com/office/drawing/2014/main" id="{A942B8C8-4EA1-F425-ED72-FEF49827F9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899313" y="5421313"/>
              <a:ext cx="127000" cy="203200"/>
            </a:xfrm>
            <a:custGeom>
              <a:avLst/>
              <a:gdLst>
                <a:gd name="T0" fmla="*/ 297 w 372"/>
                <a:gd name="T1" fmla="*/ 596 h 596"/>
                <a:gd name="T2" fmla="*/ 297 w 372"/>
                <a:gd name="T3" fmla="*/ 521 h 596"/>
                <a:gd name="T4" fmla="*/ 334 w 372"/>
                <a:gd name="T5" fmla="*/ 521 h 596"/>
                <a:gd name="T6" fmla="*/ 372 w 372"/>
                <a:gd name="T7" fmla="*/ 484 h 596"/>
                <a:gd name="T8" fmla="*/ 372 w 372"/>
                <a:gd name="T9" fmla="*/ 335 h 596"/>
                <a:gd name="T10" fmla="*/ 307 w 372"/>
                <a:gd name="T11" fmla="*/ 234 h 596"/>
                <a:gd name="T12" fmla="*/ 334 w 372"/>
                <a:gd name="T13" fmla="*/ 149 h 596"/>
                <a:gd name="T14" fmla="*/ 186 w 372"/>
                <a:gd name="T15" fmla="*/ 0 h 596"/>
                <a:gd name="T16" fmla="*/ 37 w 372"/>
                <a:gd name="T17" fmla="*/ 149 h 596"/>
                <a:gd name="T18" fmla="*/ 64 w 372"/>
                <a:gd name="T19" fmla="*/ 234 h 596"/>
                <a:gd name="T20" fmla="*/ 0 w 372"/>
                <a:gd name="T21" fmla="*/ 335 h 596"/>
                <a:gd name="T22" fmla="*/ 0 w 372"/>
                <a:gd name="T23" fmla="*/ 484 h 596"/>
                <a:gd name="T24" fmla="*/ 37 w 372"/>
                <a:gd name="T25" fmla="*/ 521 h 596"/>
                <a:gd name="T26" fmla="*/ 74 w 372"/>
                <a:gd name="T27" fmla="*/ 521 h 596"/>
                <a:gd name="T28" fmla="*/ 74 w 372"/>
                <a:gd name="T29" fmla="*/ 596 h 596"/>
                <a:gd name="T30" fmla="*/ 148 w 372"/>
                <a:gd name="T31" fmla="*/ 596 h 596"/>
                <a:gd name="T32" fmla="*/ 148 w 372"/>
                <a:gd name="T33" fmla="*/ 521 h 596"/>
                <a:gd name="T34" fmla="*/ 223 w 372"/>
                <a:gd name="T35" fmla="*/ 521 h 596"/>
                <a:gd name="T36" fmla="*/ 223 w 372"/>
                <a:gd name="T37" fmla="*/ 596 h 596"/>
                <a:gd name="T38" fmla="*/ 297 w 372"/>
                <a:gd name="T39" fmla="*/ 596 h 596"/>
                <a:gd name="T40" fmla="*/ 297 w 372"/>
                <a:gd name="T41" fmla="*/ 447 h 596"/>
                <a:gd name="T42" fmla="*/ 74 w 372"/>
                <a:gd name="T43" fmla="*/ 447 h 596"/>
                <a:gd name="T44" fmla="*/ 74 w 372"/>
                <a:gd name="T45" fmla="*/ 335 h 596"/>
                <a:gd name="T46" fmla="*/ 111 w 372"/>
                <a:gd name="T47" fmla="*/ 298 h 596"/>
                <a:gd name="T48" fmla="*/ 260 w 372"/>
                <a:gd name="T49" fmla="*/ 298 h 596"/>
                <a:gd name="T50" fmla="*/ 297 w 372"/>
                <a:gd name="T51" fmla="*/ 335 h 596"/>
                <a:gd name="T52" fmla="*/ 297 w 372"/>
                <a:gd name="T53" fmla="*/ 447 h 596"/>
                <a:gd name="T54" fmla="*/ 186 w 372"/>
                <a:gd name="T55" fmla="*/ 75 h 596"/>
                <a:gd name="T56" fmla="*/ 260 w 372"/>
                <a:gd name="T57" fmla="*/ 149 h 596"/>
                <a:gd name="T58" fmla="*/ 186 w 372"/>
                <a:gd name="T59" fmla="*/ 224 h 596"/>
                <a:gd name="T60" fmla="*/ 111 w 372"/>
                <a:gd name="T61" fmla="*/ 149 h 596"/>
                <a:gd name="T62" fmla="*/ 186 w 372"/>
                <a:gd name="T63" fmla="*/ 75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72" h="596">
                  <a:moveTo>
                    <a:pt x="297" y="596"/>
                  </a:moveTo>
                  <a:cubicBezTo>
                    <a:pt x="297" y="521"/>
                    <a:pt x="297" y="521"/>
                    <a:pt x="297" y="521"/>
                  </a:cubicBezTo>
                  <a:cubicBezTo>
                    <a:pt x="334" y="521"/>
                    <a:pt x="334" y="521"/>
                    <a:pt x="334" y="521"/>
                  </a:cubicBezTo>
                  <a:cubicBezTo>
                    <a:pt x="355" y="521"/>
                    <a:pt x="372" y="505"/>
                    <a:pt x="372" y="484"/>
                  </a:cubicBezTo>
                  <a:cubicBezTo>
                    <a:pt x="372" y="335"/>
                    <a:pt x="372" y="335"/>
                    <a:pt x="372" y="335"/>
                  </a:cubicBezTo>
                  <a:cubicBezTo>
                    <a:pt x="372" y="291"/>
                    <a:pt x="345" y="252"/>
                    <a:pt x="307" y="234"/>
                  </a:cubicBezTo>
                  <a:cubicBezTo>
                    <a:pt x="324" y="210"/>
                    <a:pt x="334" y="181"/>
                    <a:pt x="334" y="149"/>
                  </a:cubicBezTo>
                  <a:cubicBezTo>
                    <a:pt x="334" y="67"/>
                    <a:pt x="268" y="0"/>
                    <a:pt x="186" y="0"/>
                  </a:cubicBezTo>
                  <a:cubicBezTo>
                    <a:pt x="104" y="0"/>
                    <a:pt x="37" y="67"/>
                    <a:pt x="37" y="149"/>
                  </a:cubicBezTo>
                  <a:cubicBezTo>
                    <a:pt x="37" y="181"/>
                    <a:pt x="47" y="210"/>
                    <a:pt x="64" y="234"/>
                  </a:cubicBezTo>
                  <a:cubicBezTo>
                    <a:pt x="26" y="252"/>
                    <a:pt x="0" y="291"/>
                    <a:pt x="0" y="335"/>
                  </a:cubicBezTo>
                  <a:cubicBezTo>
                    <a:pt x="0" y="484"/>
                    <a:pt x="0" y="484"/>
                    <a:pt x="0" y="484"/>
                  </a:cubicBezTo>
                  <a:cubicBezTo>
                    <a:pt x="0" y="505"/>
                    <a:pt x="16" y="521"/>
                    <a:pt x="37" y="521"/>
                  </a:cubicBezTo>
                  <a:cubicBezTo>
                    <a:pt x="74" y="521"/>
                    <a:pt x="74" y="521"/>
                    <a:pt x="74" y="521"/>
                  </a:cubicBezTo>
                  <a:cubicBezTo>
                    <a:pt x="74" y="596"/>
                    <a:pt x="74" y="596"/>
                    <a:pt x="74" y="596"/>
                  </a:cubicBezTo>
                  <a:cubicBezTo>
                    <a:pt x="148" y="596"/>
                    <a:pt x="148" y="596"/>
                    <a:pt x="148" y="596"/>
                  </a:cubicBezTo>
                  <a:cubicBezTo>
                    <a:pt x="148" y="521"/>
                    <a:pt x="148" y="521"/>
                    <a:pt x="148" y="521"/>
                  </a:cubicBezTo>
                  <a:cubicBezTo>
                    <a:pt x="223" y="521"/>
                    <a:pt x="223" y="521"/>
                    <a:pt x="223" y="521"/>
                  </a:cubicBezTo>
                  <a:cubicBezTo>
                    <a:pt x="223" y="596"/>
                    <a:pt x="223" y="596"/>
                    <a:pt x="223" y="596"/>
                  </a:cubicBezTo>
                  <a:lnTo>
                    <a:pt x="297" y="596"/>
                  </a:lnTo>
                  <a:close/>
                  <a:moveTo>
                    <a:pt x="297" y="447"/>
                  </a:moveTo>
                  <a:cubicBezTo>
                    <a:pt x="74" y="447"/>
                    <a:pt x="74" y="447"/>
                    <a:pt x="74" y="447"/>
                  </a:cubicBezTo>
                  <a:cubicBezTo>
                    <a:pt x="74" y="335"/>
                    <a:pt x="74" y="335"/>
                    <a:pt x="74" y="335"/>
                  </a:cubicBezTo>
                  <a:cubicBezTo>
                    <a:pt x="74" y="315"/>
                    <a:pt x="91" y="298"/>
                    <a:pt x="111" y="298"/>
                  </a:cubicBezTo>
                  <a:cubicBezTo>
                    <a:pt x="260" y="298"/>
                    <a:pt x="260" y="298"/>
                    <a:pt x="260" y="298"/>
                  </a:cubicBezTo>
                  <a:cubicBezTo>
                    <a:pt x="281" y="298"/>
                    <a:pt x="297" y="315"/>
                    <a:pt x="297" y="335"/>
                  </a:cubicBezTo>
                  <a:lnTo>
                    <a:pt x="297" y="447"/>
                  </a:lnTo>
                  <a:close/>
                  <a:moveTo>
                    <a:pt x="186" y="75"/>
                  </a:moveTo>
                  <a:cubicBezTo>
                    <a:pt x="227" y="75"/>
                    <a:pt x="260" y="108"/>
                    <a:pt x="260" y="149"/>
                  </a:cubicBezTo>
                  <a:cubicBezTo>
                    <a:pt x="260" y="190"/>
                    <a:pt x="227" y="224"/>
                    <a:pt x="186" y="224"/>
                  </a:cubicBezTo>
                  <a:cubicBezTo>
                    <a:pt x="145" y="224"/>
                    <a:pt x="111" y="190"/>
                    <a:pt x="111" y="149"/>
                  </a:cubicBezTo>
                  <a:cubicBezTo>
                    <a:pt x="111" y="108"/>
                    <a:pt x="145" y="75"/>
                    <a:pt x="186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18" name="Freeform 230">
              <a:extLst>
                <a:ext uri="{FF2B5EF4-FFF2-40B4-BE49-F238E27FC236}">
                  <a16:creationId xmlns:a16="http://schemas.microsoft.com/office/drawing/2014/main" id="{F40E3589-43D0-E437-8D32-38DBF294F7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02526" y="5421313"/>
              <a:ext cx="128588" cy="203200"/>
            </a:xfrm>
            <a:custGeom>
              <a:avLst/>
              <a:gdLst>
                <a:gd name="T0" fmla="*/ 298 w 373"/>
                <a:gd name="T1" fmla="*/ 596 h 596"/>
                <a:gd name="T2" fmla="*/ 298 w 373"/>
                <a:gd name="T3" fmla="*/ 521 h 596"/>
                <a:gd name="T4" fmla="*/ 335 w 373"/>
                <a:gd name="T5" fmla="*/ 521 h 596"/>
                <a:gd name="T6" fmla="*/ 373 w 373"/>
                <a:gd name="T7" fmla="*/ 484 h 596"/>
                <a:gd name="T8" fmla="*/ 373 w 373"/>
                <a:gd name="T9" fmla="*/ 335 h 596"/>
                <a:gd name="T10" fmla="*/ 308 w 373"/>
                <a:gd name="T11" fmla="*/ 234 h 596"/>
                <a:gd name="T12" fmla="*/ 335 w 373"/>
                <a:gd name="T13" fmla="*/ 149 h 596"/>
                <a:gd name="T14" fmla="*/ 187 w 373"/>
                <a:gd name="T15" fmla="*/ 0 h 596"/>
                <a:gd name="T16" fmla="*/ 38 w 373"/>
                <a:gd name="T17" fmla="*/ 149 h 596"/>
                <a:gd name="T18" fmla="*/ 65 w 373"/>
                <a:gd name="T19" fmla="*/ 234 h 596"/>
                <a:gd name="T20" fmla="*/ 0 w 373"/>
                <a:gd name="T21" fmla="*/ 335 h 596"/>
                <a:gd name="T22" fmla="*/ 0 w 373"/>
                <a:gd name="T23" fmla="*/ 484 h 596"/>
                <a:gd name="T24" fmla="*/ 38 w 373"/>
                <a:gd name="T25" fmla="*/ 521 h 596"/>
                <a:gd name="T26" fmla="*/ 75 w 373"/>
                <a:gd name="T27" fmla="*/ 521 h 596"/>
                <a:gd name="T28" fmla="*/ 75 w 373"/>
                <a:gd name="T29" fmla="*/ 596 h 596"/>
                <a:gd name="T30" fmla="*/ 149 w 373"/>
                <a:gd name="T31" fmla="*/ 596 h 596"/>
                <a:gd name="T32" fmla="*/ 149 w 373"/>
                <a:gd name="T33" fmla="*/ 521 h 596"/>
                <a:gd name="T34" fmla="*/ 224 w 373"/>
                <a:gd name="T35" fmla="*/ 521 h 596"/>
                <a:gd name="T36" fmla="*/ 224 w 373"/>
                <a:gd name="T37" fmla="*/ 596 h 596"/>
                <a:gd name="T38" fmla="*/ 298 w 373"/>
                <a:gd name="T39" fmla="*/ 596 h 596"/>
                <a:gd name="T40" fmla="*/ 298 w 373"/>
                <a:gd name="T41" fmla="*/ 447 h 596"/>
                <a:gd name="T42" fmla="*/ 75 w 373"/>
                <a:gd name="T43" fmla="*/ 447 h 596"/>
                <a:gd name="T44" fmla="*/ 75 w 373"/>
                <a:gd name="T45" fmla="*/ 335 h 596"/>
                <a:gd name="T46" fmla="*/ 112 w 373"/>
                <a:gd name="T47" fmla="*/ 298 h 596"/>
                <a:gd name="T48" fmla="*/ 261 w 373"/>
                <a:gd name="T49" fmla="*/ 298 h 596"/>
                <a:gd name="T50" fmla="*/ 298 w 373"/>
                <a:gd name="T51" fmla="*/ 335 h 596"/>
                <a:gd name="T52" fmla="*/ 298 w 373"/>
                <a:gd name="T53" fmla="*/ 447 h 596"/>
                <a:gd name="T54" fmla="*/ 187 w 373"/>
                <a:gd name="T55" fmla="*/ 75 h 596"/>
                <a:gd name="T56" fmla="*/ 261 w 373"/>
                <a:gd name="T57" fmla="*/ 149 h 596"/>
                <a:gd name="T58" fmla="*/ 187 w 373"/>
                <a:gd name="T59" fmla="*/ 224 h 596"/>
                <a:gd name="T60" fmla="*/ 112 w 373"/>
                <a:gd name="T61" fmla="*/ 149 h 596"/>
                <a:gd name="T62" fmla="*/ 187 w 373"/>
                <a:gd name="T63" fmla="*/ 75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73" h="596">
                  <a:moveTo>
                    <a:pt x="298" y="596"/>
                  </a:moveTo>
                  <a:cubicBezTo>
                    <a:pt x="298" y="521"/>
                    <a:pt x="298" y="521"/>
                    <a:pt x="298" y="521"/>
                  </a:cubicBezTo>
                  <a:cubicBezTo>
                    <a:pt x="335" y="521"/>
                    <a:pt x="335" y="521"/>
                    <a:pt x="335" y="521"/>
                  </a:cubicBezTo>
                  <a:cubicBezTo>
                    <a:pt x="356" y="521"/>
                    <a:pt x="373" y="505"/>
                    <a:pt x="373" y="484"/>
                  </a:cubicBezTo>
                  <a:cubicBezTo>
                    <a:pt x="373" y="335"/>
                    <a:pt x="373" y="335"/>
                    <a:pt x="373" y="335"/>
                  </a:cubicBezTo>
                  <a:cubicBezTo>
                    <a:pt x="373" y="291"/>
                    <a:pt x="346" y="252"/>
                    <a:pt x="308" y="234"/>
                  </a:cubicBezTo>
                  <a:cubicBezTo>
                    <a:pt x="325" y="210"/>
                    <a:pt x="335" y="181"/>
                    <a:pt x="335" y="149"/>
                  </a:cubicBezTo>
                  <a:cubicBezTo>
                    <a:pt x="335" y="67"/>
                    <a:pt x="269" y="0"/>
                    <a:pt x="187" y="0"/>
                  </a:cubicBezTo>
                  <a:cubicBezTo>
                    <a:pt x="104" y="0"/>
                    <a:pt x="38" y="67"/>
                    <a:pt x="38" y="149"/>
                  </a:cubicBezTo>
                  <a:cubicBezTo>
                    <a:pt x="38" y="181"/>
                    <a:pt x="48" y="210"/>
                    <a:pt x="65" y="234"/>
                  </a:cubicBezTo>
                  <a:cubicBezTo>
                    <a:pt x="27" y="252"/>
                    <a:pt x="0" y="291"/>
                    <a:pt x="0" y="335"/>
                  </a:cubicBezTo>
                  <a:cubicBezTo>
                    <a:pt x="0" y="484"/>
                    <a:pt x="0" y="484"/>
                    <a:pt x="0" y="484"/>
                  </a:cubicBezTo>
                  <a:cubicBezTo>
                    <a:pt x="0" y="505"/>
                    <a:pt x="17" y="521"/>
                    <a:pt x="38" y="521"/>
                  </a:cubicBezTo>
                  <a:cubicBezTo>
                    <a:pt x="75" y="521"/>
                    <a:pt x="75" y="521"/>
                    <a:pt x="75" y="521"/>
                  </a:cubicBezTo>
                  <a:cubicBezTo>
                    <a:pt x="75" y="596"/>
                    <a:pt x="75" y="596"/>
                    <a:pt x="75" y="596"/>
                  </a:cubicBezTo>
                  <a:cubicBezTo>
                    <a:pt x="149" y="596"/>
                    <a:pt x="149" y="596"/>
                    <a:pt x="149" y="596"/>
                  </a:cubicBezTo>
                  <a:cubicBezTo>
                    <a:pt x="149" y="521"/>
                    <a:pt x="149" y="521"/>
                    <a:pt x="149" y="521"/>
                  </a:cubicBezTo>
                  <a:cubicBezTo>
                    <a:pt x="224" y="521"/>
                    <a:pt x="224" y="521"/>
                    <a:pt x="224" y="521"/>
                  </a:cubicBezTo>
                  <a:cubicBezTo>
                    <a:pt x="224" y="596"/>
                    <a:pt x="224" y="596"/>
                    <a:pt x="224" y="596"/>
                  </a:cubicBezTo>
                  <a:lnTo>
                    <a:pt x="298" y="596"/>
                  </a:lnTo>
                  <a:close/>
                  <a:moveTo>
                    <a:pt x="298" y="447"/>
                  </a:moveTo>
                  <a:cubicBezTo>
                    <a:pt x="75" y="447"/>
                    <a:pt x="75" y="447"/>
                    <a:pt x="75" y="447"/>
                  </a:cubicBezTo>
                  <a:cubicBezTo>
                    <a:pt x="75" y="335"/>
                    <a:pt x="75" y="335"/>
                    <a:pt x="75" y="335"/>
                  </a:cubicBezTo>
                  <a:cubicBezTo>
                    <a:pt x="75" y="315"/>
                    <a:pt x="92" y="298"/>
                    <a:pt x="112" y="298"/>
                  </a:cubicBezTo>
                  <a:cubicBezTo>
                    <a:pt x="261" y="298"/>
                    <a:pt x="261" y="298"/>
                    <a:pt x="261" y="298"/>
                  </a:cubicBezTo>
                  <a:cubicBezTo>
                    <a:pt x="281" y="298"/>
                    <a:pt x="298" y="315"/>
                    <a:pt x="298" y="335"/>
                  </a:cubicBezTo>
                  <a:lnTo>
                    <a:pt x="298" y="447"/>
                  </a:lnTo>
                  <a:close/>
                  <a:moveTo>
                    <a:pt x="187" y="75"/>
                  </a:moveTo>
                  <a:cubicBezTo>
                    <a:pt x="228" y="75"/>
                    <a:pt x="261" y="108"/>
                    <a:pt x="261" y="149"/>
                  </a:cubicBezTo>
                  <a:cubicBezTo>
                    <a:pt x="261" y="190"/>
                    <a:pt x="228" y="224"/>
                    <a:pt x="187" y="224"/>
                  </a:cubicBezTo>
                  <a:cubicBezTo>
                    <a:pt x="145" y="224"/>
                    <a:pt x="112" y="190"/>
                    <a:pt x="112" y="149"/>
                  </a:cubicBezTo>
                  <a:cubicBezTo>
                    <a:pt x="112" y="108"/>
                    <a:pt x="145" y="75"/>
                    <a:pt x="187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19" name="Freeform 231">
              <a:extLst>
                <a:ext uri="{FF2B5EF4-FFF2-40B4-BE49-F238E27FC236}">
                  <a16:creationId xmlns:a16="http://schemas.microsoft.com/office/drawing/2014/main" id="{83E7A80E-BFFE-8864-6124-A6F9372C78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56513" y="5421313"/>
              <a:ext cx="127000" cy="203200"/>
            </a:xfrm>
            <a:custGeom>
              <a:avLst/>
              <a:gdLst>
                <a:gd name="T0" fmla="*/ 0 w 372"/>
                <a:gd name="T1" fmla="*/ 335 h 596"/>
                <a:gd name="T2" fmla="*/ 0 w 372"/>
                <a:gd name="T3" fmla="*/ 484 h 596"/>
                <a:gd name="T4" fmla="*/ 37 w 372"/>
                <a:gd name="T5" fmla="*/ 521 h 596"/>
                <a:gd name="T6" fmla="*/ 74 w 372"/>
                <a:gd name="T7" fmla="*/ 521 h 596"/>
                <a:gd name="T8" fmla="*/ 74 w 372"/>
                <a:gd name="T9" fmla="*/ 596 h 596"/>
                <a:gd name="T10" fmla="*/ 149 w 372"/>
                <a:gd name="T11" fmla="*/ 596 h 596"/>
                <a:gd name="T12" fmla="*/ 149 w 372"/>
                <a:gd name="T13" fmla="*/ 521 h 596"/>
                <a:gd name="T14" fmla="*/ 223 w 372"/>
                <a:gd name="T15" fmla="*/ 521 h 596"/>
                <a:gd name="T16" fmla="*/ 223 w 372"/>
                <a:gd name="T17" fmla="*/ 596 h 596"/>
                <a:gd name="T18" fmla="*/ 298 w 372"/>
                <a:gd name="T19" fmla="*/ 596 h 596"/>
                <a:gd name="T20" fmla="*/ 298 w 372"/>
                <a:gd name="T21" fmla="*/ 521 h 596"/>
                <a:gd name="T22" fmla="*/ 335 w 372"/>
                <a:gd name="T23" fmla="*/ 521 h 596"/>
                <a:gd name="T24" fmla="*/ 372 w 372"/>
                <a:gd name="T25" fmla="*/ 484 h 596"/>
                <a:gd name="T26" fmla="*/ 372 w 372"/>
                <a:gd name="T27" fmla="*/ 335 h 596"/>
                <a:gd name="T28" fmla="*/ 308 w 372"/>
                <a:gd name="T29" fmla="*/ 234 h 596"/>
                <a:gd name="T30" fmla="*/ 335 w 372"/>
                <a:gd name="T31" fmla="*/ 149 h 596"/>
                <a:gd name="T32" fmla="*/ 186 w 372"/>
                <a:gd name="T33" fmla="*/ 0 h 596"/>
                <a:gd name="T34" fmla="*/ 37 w 372"/>
                <a:gd name="T35" fmla="*/ 149 h 596"/>
                <a:gd name="T36" fmla="*/ 64 w 372"/>
                <a:gd name="T37" fmla="*/ 234 h 596"/>
                <a:gd name="T38" fmla="*/ 0 w 372"/>
                <a:gd name="T39" fmla="*/ 335 h 596"/>
                <a:gd name="T40" fmla="*/ 298 w 372"/>
                <a:gd name="T41" fmla="*/ 447 h 596"/>
                <a:gd name="T42" fmla="*/ 74 w 372"/>
                <a:gd name="T43" fmla="*/ 447 h 596"/>
                <a:gd name="T44" fmla="*/ 74 w 372"/>
                <a:gd name="T45" fmla="*/ 335 h 596"/>
                <a:gd name="T46" fmla="*/ 112 w 372"/>
                <a:gd name="T47" fmla="*/ 298 h 596"/>
                <a:gd name="T48" fmla="*/ 260 w 372"/>
                <a:gd name="T49" fmla="*/ 298 h 596"/>
                <a:gd name="T50" fmla="*/ 298 w 372"/>
                <a:gd name="T51" fmla="*/ 335 h 596"/>
                <a:gd name="T52" fmla="*/ 298 w 372"/>
                <a:gd name="T53" fmla="*/ 447 h 596"/>
                <a:gd name="T54" fmla="*/ 186 w 372"/>
                <a:gd name="T55" fmla="*/ 75 h 596"/>
                <a:gd name="T56" fmla="*/ 260 w 372"/>
                <a:gd name="T57" fmla="*/ 149 h 596"/>
                <a:gd name="T58" fmla="*/ 186 w 372"/>
                <a:gd name="T59" fmla="*/ 224 h 596"/>
                <a:gd name="T60" fmla="*/ 112 w 372"/>
                <a:gd name="T61" fmla="*/ 149 h 596"/>
                <a:gd name="T62" fmla="*/ 186 w 372"/>
                <a:gd name="T63" fmla="*/ 75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72" h="596">
                  <a:moveTo>
                    <a:pt x="0" y="335"/>
                  </a:moveTo>
                  <a:cubicBezTo>
                    <a:pt x="0" y="484"/>
                    <a:pt x="0" y="484"/>
                    <a:pt x="0" y="484"/>
                  </a:cubicBezTo>
                  <a:cubicBezTo>
                    <a:pt x="0" y="505"/>
                    <a:pt x="17" y="521"/>
                    <a:pt x="37" y="521"/>
                  </a:cubicBezTo>
                  <a:cubicBezTo>
                    <a:pt x="74" y="521"/>
                    <a:pt x="74" y="521"/>
                    <a:pt x="74" y="521"/>
                  </a:cubicBezTo>
                  <a:cubicBezTo>
                    <a:pt x="74" y="596"/>
                    <a:pt x="74" y="596"/>
                    <a:pt x="74" y="596"/>
                  </a:cubicBezTo>
                  <a:cubicBezTo>
                    <a:pt x="149" y="596"/>
                    <a:pt x="149" y="596"/>
                    <a:pt x="149" y="596"/>
                  </a:cubicBezTo>
                  <a:cubicBezTo>
                    <a:pt x="149" y="521"/>
                    <a:pt x="149" y="521"/>
                    <a:pt x="149" y="521"/>
                  </a:cubicBezTo>
                  <a:cubicBezTo>
                    <a:pt x="223" y="521"/>
                    <a:pt x="223" y="521"/>
                    <a:pt x="223" y="521"/>
                  </a:cubicBezTo>
                  <a:cubicBezTo>
                    <a:pt x="223" y="596"/>
                    <a:pt x="223" y="596"/>
                    <a:pt x="223" y="596"/>
                  </a:cubicBezTo>
                  <a:cubicBezTo>
                    <a:pt x="298" y="596"/>
                    <a:pt x="298" y="596"/>
                    <a:pt x="298" y="596"/>
                  </a:cubicBezTo>
                  <a:cubicBezTo>
                    <a:pt x="298" y="521"/>
                    <a:pt x="298" y="521"/>
                    <a:pt x="298" y="521"/>
                  </a:cubicBezTo>
                  <a:cubicBezTo>
                    <a:pt x="335" y="521"/>
                    <a:pt x="335" y="521"/>
                    <a:pt x="335" y="521"/>
                  </a:cubicBezTo>
                  <a:cubicBezTo>
                    <a:pt x="355" y="521"/>
                    <a:pt x="372" y="505"/>
                    <a:pt x="372" y="484"/>
                  </a:cubicBezTo>
                  <a:cubicBezTo>
                    <a:pt x="372" y="335"/>
                    <a:pt x="372" y="335"/>
                    <a:pt x="372" y="335"/>
                  </a:cubicBezTo>
                  <a:cubicBezTo>
                    <a:pt x="372" y="291"/>
                    <a:pt x="346" y="252"/>
                    <a:pt x="308" y="234"/>
                  </a:cubicBezTo>
                  <a:cubicBezTo>
                    <a:pt x="325" y="210"/>
                    <a:pt x="335" y="181"/>
                    <a:pt x="335" y="149"/>
                  </a:cubicBezTo>
                  <a:cubicBezTo>
                    <a:pt x="335" y="67"/>
                    <a:pt x="268" y="0"/>
                    <a:pt x="186" y="0"/>
                  </a:cubicBezTo>
                  <a:cubicBezTo>
                    <a:pt x="104" y="0"/>
                    <a:pt x="37" y="67"/>
                    <a:pt x="37" y="149"/>
                  </a:cubicBezTo>
                  <a:cubicBezTo>
                    <a:pt x="37" y="181"/>
                    <a:pt x="47" y="210"/>
                    <a:pt x="64" y="234"/>
                  </a:cubicBezTo>
                  <a:cubicBezTo>
                    <a:pt x="26" y="252"/>
                    <a:pt x="0" y="291"/>
                    <a:pt x="0" y="335"/>
                  </a:cubicBezTo>
                  <a:close/>
                  <a:moveTo>
                    <a:pt x="298" y="447"/>
                  </a:moveTo>
                  <a:cubicBezTo>
                    <a:pt x="74" y="447"/>
                    <a:pt x="74" y="447"/>
                    <a:pt x="74" y="447"/>
                  </a:cubicBezTo>
                  <a:cubicBezTo>
                    <a:pt x="74" y="335"/>
                    <a:pt x="74" y="335"/>
                    <a:pt x="74" y="335"/>
                  </a:cubicBezTo>
                  <a:cubicBezTo>
                    <a:pt x="74" y="315"/>
                    <a:pt x="91" y="298"/>
                    <a:pt x="112" y="298"/>
                  </a:cubicBezTo>
                  <a:cubicBezTo>
                    <a:pt x="260" y="298"/>
                    <a:pt x="260" y="298"/>
                    <a:pt x="260" y="298"/>
                  </a:cubicBezTo>
                  <a:cubicBezTo>
                    <a:pt x="281" y="298"/>
                    <a:pt x="298" y="315"/>
                    <a:pt x="298" y="335"/>
                  </a:cubicBezTo>
                  <a:lnTo>
                    <a:pt x="298" y="447"/>
                  </a:lnTo>
                  <a:close/>
                  <a:moveTo>
                    <a:pt x="186" y="75"/>
                  </a:moveTo>
                  <a:cubicBezTo>
                    <a:pt x="227" y="75"/>
                    <a:pt x="260" y="108"/>
                    <a:pt x="260" y="149"/>
                  </a:cubicBezTo>
                  <a:cubicBezTo>
                    <a:pt x="260" y="190"/>
                    <a:pt x="227" y="224"/>
                    <a:pt x="186" y="224"/>
                  </a:cubicBezTo>
                  <a:cubicBezTo>
                    <a:pt x="145" y="224"/>
                    <a:pt x="112" y="190"/>
                    <a:pt x="112" y="149"/>
                  </a:cubicBezTo>
                  <a:cubicBezTo>
                    <a:pt x="112" y="108"/>
                    <a:pt x="145" y="75"/>
                    <a:pt x="186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20" name="Freeform 232">
              <a:extLst>
                <a:ext uri="{FF2B5EF4-FFF2-40B4-BE49-F238E27FC236}">
                  <a16:creationId xmlns:a16="http://schemas.microsoft.com/office/drawing/2014/main" id="{3630606C-ECED-DB44-322F-3D4E90E229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051713" y="5421313"/>
              <a:ext cx="127000" cy="203200"/>
            </a:xfrm>
            <a:custGeom>
              <a:avLst/>
              <a:gdLst>
                <a:gd name="T0" fmla="*/ 0 w 372"/>
                <a:gd name="T1" fmla="*/ 335 h 596"/>
                <a:gd name="T2" fmla="*/ 0 w 372"/>
                <a:gd name="T3" fmla="*/ 484 h 596"/>
                <a:gd name="T4" fmla="*/ 37 w 372"/>
                <a:gd name="T5" fmla="*/ 521 h 596"/>
                <a:gd name="T6" fmla="*/ 74 w 372"/>
                <a:gd name="T7" fmla="*/ 521 h 596"/>
                <a:gd name="T8" fmla="*/ 74 w 372"/>
                <a:gd name="T9" fmla="*/ 596 h 596"/>
                <a:gd name="T10" fmla="*/ 149 w 372"/>
                <a:gd name="T11" fmla="*/ 596 h 596"/>
                <a:gd name="T12" fmla="*/ 149 w 372"/>
                <a:gd name="T13" fmla="*/ 521 h 596"/>
                <a:gd name="T14" fmla="*/ 223 w 372"/>
                <a:gd name="T15" fmla="*/ 521 h 596"/>
                <a:gd name="T16" fmla="*/ 223 w 372"/>
                <a:gd name="T17" fmla="*/ 596 h 596"/>
                <a:gd name="T18" fmla="*/ 298 w 372"/>
                <a:gd name="T19" fmla="*/ 596 h 596"/>
                <a:gd name="T20" fmla="*/ 298 w 372"/>
                <a:gd name="T21" fmla="*/ 521 h 596"/>
                <a:gd name="T22" fmla="*/ 335 w 372"/>
                <a:gd name="T23" fmla="*/ 521 h 596"/>
                <a:gd name="T24" fmla="*/ 372 w 372"/>
                <a:gd name="T25" fmla="*/ 484 h 596"/>
                <a:gd name="T26" fmla="*/ 372 w 372"/>
                <a:gd name="T27" fmla="*/ 335 h 596"/>
                <a:gd name="T28" fmla="*/ 308 w 372"/>
                <a:gd name="T29" fmla="*/ 234 h 596"/>
                <a:gd name="T30" fmla="*/ 335 w 372"/>
                <a:gd name="T31" fmla="*/ 149 h 596"/>
                <a:gd name="T32" fmla="*/ 186 w 372"/>
                <a:gd name="T33" fmla="*/ 0 h 596"/>
                <a:gd name="T34" fmla="*/ 37 w 372"/>
                <a:gd name="T35" fmla="*/ 149 h 596"/>
                <a:gd name="T36" fmla="*/ 64 w 372"/>
                <a:gd name="T37" fmla="*/ 234 h 596"/>
                <a:gd name="T38" fmla="*/ 0 w 372"/>
                <a:gd name="T39" fmla="*/ 335 h 596"/>
                <a:gd name="T40" fmla="*/ 298 w 372"/>
                <a:gd name="T41" fmla="*/ 447 h 596"/>
                <a:gd name="T42" fmla="*/ 74 w 372"/>
                <a:gd name="T43" fmla="*/ 447 h 596"/>
                <a:gd name="T44" fmla="*/ 74 w 372"/>
                <a:gd name="T45" fmla="*/ 335 h 596"/>
                <a:gd name="T46" fmla="*/ 112 w 372"/>
                <a:gd name="T47" fmla="*/ 298 h 596"/>
                <a:gd name="T48" fmla="*/ 260 w 372"/>
                <a:gd name="T49" fmla="*/ 298 h 596"/>
                <a:gd name="T50" fmla="*/ 298 w 372"/>
                <a:gd name="T51" fmla="*/ 335 h 596"/>
                <a:gd name="T52" fmla="*/ 298 w 372"/>
                <a:gd name="T53" fmla="*/ 447 h 596"/>
                <a:gd name="T54" fmla="*/ 186 w 372"/>
                <a:gd name="T55" fmla="*/ 75 h 596"/>
                <a:gd name="T56" fmla="*/ 260 w 372"/>
                <a:gd name="T57" fmla="*/ 149 h 596"/>
                <a:gd name="T58" fmla="*/ 186 w 372"/>
                <a:gd name="T59" fmla="*/ 224 h 596"/>
                <a:gd name="T60" fmla="*/ 112 w 372"/>
                <a:gd name="T61" fmla="*/ 149 h 596"/>
                <a:gd name="T62" fmla="*/ 186 w 372"/>
                <a:gd name="T63" fmla="*/ 75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72" h="596">
                  <a:moveTo>
                    <a:pt x="0" y="335"/>
                  </a:moveTo>
                  <a:cubicBezTo>
                    <a:pt x="0" y="484"/>
                    <a:pt x="0" y="484"/>
                    <a:pt x="0" y="484"/>
                  </a:cubicBezTo>
                  <a:cubicBezTo>
                    <a:pt x="0" y="505"/>
                    <a:pt x="17" y="521"/>
                    <a:pt x="37" y="521"/>
                  </a:cubicBezTo>
                  <a:cubicBezTo>
                    <a:pt x="74" y="521"/>
                    <a:pt x="74" y="521"/>
                    <a:pt x="74" y="521"/>
                  </a:cubicBezTo>
                  <a:cubicBezTo>
                    <a:pt x="74" y="596"/>
                    <a:pt x="74" y="596"/>
                    <a:pt x="74" y="596"/>
                  </a:cubicBezTo>
                  <a:cubicBezTo>
                    <a:pt x="149" y="596"/>
                    <a:pt x="149" y="596"/>
                    <a:pt x="149" y="596"/>
                  </a:cubicBezTo>
                  <a:cubicBezTo>
                    <a:pt x="149" y="521"/>
                    <a:pt x="149" y="521"/>
                    <a:pt x="149" y="521"/>
                  </a:cubicBezTo>
                  <a:cubicBezTo>
                    <a:pt x="223" y="521"/>
                    <a:pt x="223" y="521"/>
                    <a:pt x="223" y="521"/>
                  </a:cubicBezTo>
                  <a:cubicBezTo>
                    <a:pt x="223" y="596"/>
                    <a:pt x="223" y="596"/>
                    <a:pt x="223" y="596"/>
                  </a:cubicBezTo>
                  <a:cubicBezTo>
                    <a:pt x="298" y="596"/>
                    <a:pt x="298" y="596"/>
                    <a:pt x="298" y="596"/>
                  </a:cubicBezTo>
                  <a:cubicBezTo>
                    <a:pt x="298" y="521"/>
                    <a:pt x="298" y="521"/>
                    <a:pt x="298" y="521"/>
                  </a:cubicBezTo>
                  <a:cubicBezTo>
                    <a:pt x="335" y="521"/>
                    <a:pt x="335" y="521"/>
                    <a:pt x="335" y="521"/>
                  </a:cubicBezTo>
                  <a:cubicBezTo>
                    <a:pt x="355" y="521"/>
                    <a:pt x="372" y="505"/>
                    <a:pt x="372" y="484"/>
                  </a:cubicBezTo>
                  <a:cubicBezTo>
                    <a:pt x="372" y="335"/>
                    <a:pt x="372" y="335"/>
                    <a:pt x="372" y="335"/>
                  </a:cubicBezTo>
                  <a:cubicBezTo>
                    <a:pt x="372" y="291"/>
                    <a:pt x="346" y="252"/>
                    <a:pt x="308" y="234"/>
                  </a:cubicBezTo>
                  <a:cubicBezTo>
                    <a:pt x="325" y="210"/>
                    <a:pt x="335" y="181"/>
                    <a:pt x="335" y="149"/>
                  </a:cubicBezTo>
                  <a:cubicBezTo>
                    <a:pt x="335" y="67"/>
                    <a:pt x="268" y="0"/>
                    <a:pt x="186" y="0"/>
                  </a:cubicBezTo>
                  <a:cubicBezTo>
                    <a:pt x="104" y="0"/>
                    <a:pt x="37" y="67"/>
                    <a:pt x="37" y="149"/>
                  </a:cubicBezTo>
                  <a:cubicBezTo>
                    <a:pt x="37" y="181"/>
                    <a:pt x="47" y="210"/>
                    <a:pt x="64" y="234"/>
                  </a:cubicBezTo>
                  <a:cubicBezTo>
                    <a:pt x="27" y="252"/>
                    <a:pt x="0" y="291"/>
                    <a:pt x="0" y="335"/>
                  </a:cubicBezTo>
                  <a:close/>
                  <a:moveTo>
                    <a:pt x="298" y="447"/>
                  </a:moveTo>
                  <a:cubicBezTo>
                    <a:pt x="74" y="447"/>
                    <a:pt x="74" y="447"/>
                    <a:pt x="74" y="447"/>
                  </a:cubicBezTo>
                  <a:cubicBezTo>
                    <a:pt x="74" y="335"/>
                    <a:pt x="74" y="335"/>
                    <a:pt x="74" y="335"/>
                  </a:cubicBezTo>
                  <a:cubicBezTo>
                    <a:pt x="74" y="315"/>
                    <a:pt x="91" y="298"/>
                    <a:pt x="112" y="298"/>
                  </a:cubicBezTo>
                  <a:cubicBezTo>
                    <a:pt x="260" y="298"/>
                    <a:pt x="260" y="298"/>
                    <a:pt x="260" y="298"/>
                  </a:cubicBezTo>
                  <a:cubicBezTo>
                    <a:pt x="281" y="298"/>
                    <a:pt x="298" y="315"/>
                    <a:pt x="298" y="335"/>
                  </a:cubicBezTo>
                  <a:lnTo>
                    <a:pt x="298" y="447"/>
                  </a:lnTo>
                  <a:close/>
                  <a:moveTo>
                    <a:pt x="186" y="75"/>
                  </a:moveTo>
                  <a:cubicBezTo>
                    <a:pt x="227" y="75"/>
                    <a:pt x="260" y="108"/>
                    <a:pt x="260" y="149"/>
                  </a:cubicBezTo>
                  <a:cubicBezTo>
                    <a:pt x="260" y="190"/>
                    <a:pt x="227" y="224"/>
                    <a:pt x="186" y="224"/>
                  </a:cubicBezTo>
                  <a:cubicBezTo>
                    <a:pt x="145" y="224"/>
                    <a:pt x="112" y="190"/>
                    <a:pt x="112" y="149"/>
                  </a:cubicBezTo>
                  <a:cubicBezTo>
                    <a:pt x="112" y="108"/>
                    <a:pt x="145" y="75"/>
                    <a:pt x="186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21" name="Freeform 233">
              <a:extLst>
                <a:ext uri="{FF2B5EF4-FFF2-40B4-BE49-F238E27FC236}">
                  <a16:creationId xmlns:a16="http://schemas.microsoft.com/office/drawing/2014/main" id="{1973208E-8479-1962-7C13-46CA0BF512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064413" y="4875213"/>
              <a:ext cx="430213" cy="266700"/>
            </a:xfrm>
            <a:custGeom>
              <a:avLst/>
              <a:gdLst>
                <a:gd name="T0" fmla="*/ 1228 w 1265"/>
                <a:gd name="T1" fmla="*/ 558 h 781"/>
                <a:gd name="T2" fmla="*/ 1191 w 1265"/>
                <a:gd name="T3" fmla="*/ 558 h 781"/>
                <a:gd name="T4" fmla="*/ 1191 w 1265"/>
                <a:gd name="T5" fmla="*/ 37 h 781"/>
                <a:gd name="T6" fmla="*/ 1154 w 1265"/>
                <a:gd name="T7" fmla="*/ 0 h 781"/>
                <a:gd name="T8" fmla="*/ 112 w 1265"/>
                <a:gd name="T9" fmla="*/ 0 h 781"/>
                <a:gd name="T10" fmla="*/ 75 w 1265"/>
                <a:gd name="T11" fmla="*/ 37 h 781"/>
                <a:gd name="T12" fmla="*/ 75 w 1265"/>
                <a:gd name="T13" fmla="*/ 558 h 781"/>
                <a:gd name="T14" fmla="*/ 37 w 1265"/>
                <a:gd name="T15" fmla="*/ 558 h 781"/>
                <a:gd name="T16" fmla="*/ 0 w 1265"/>
                <a:gd name="T17" fmla="*/ 595 h 781"/>
                <a:gd name="T18" fmla="*/ 0 w 1265"/>
                <a:gd name="T19" fmla="*/ 744 h 781"/>
                <a:gd name="T20" fmla="*/ 37 w 1265"/>
                <a:gd name="T21" fmla="*/ 781 h 781"/>
                <a:gd name="T22" fmla="*/ 1228 w 1265"/>
                <a:gd name="T23" fmla="*/ 781 h 781"/>
                <a:gd name="T24" fmla="*/ 1265 w 1265"/>
                <a:gd name="T25" fmla="*/ 744 h 781"/>
                <a:gd name="T26" fmla="*/ 1265 w 1265"/>
                <a:gd name="T27" fmla="*/ 595 h 781"/>
                <a:gd name="T28" fmla="*/ 1228 w 1265"/>
                <a:gd name="T29" fmla="*/ 558 h 781"/>
                <a:gd name="T30" fmla="*/ 149 w 1265"/>
                <a:gd name="T31" fmla="*/ 74 h 781"/>
                <a:gd name="T32" fmla="*/ 1116 w 1265"/>
                <a:gd name="T33" fmla="*/ 74 h 781"/>
                <a:gd name="T34" fmla="*/ 1116 w 1265"/>
                <a:gd name="T35" fmla="*/ 558 h 781"/>
                <a:gd name="T36" fmla="*/ 149 w 1265"/>
                <a:gd name="T37" fmla="*/ 558 h 781"/>
                <a:gd name="T38" fmla="*/ 149 w 1265"/>
                <a:gd name="T39" fmla="*/ 74 h 781"/>
                <a:gd name="T40" fmla="*/ 1191 w 1265"/>
                <a:gd name="T41" fmla="*/ 706 h 781"/>
                <a:gd name="T42" fmla="*/ 75 w 1265"/>
                <a:gd name="T43" fmla="*/ 706 h 781"/>
                <a:gd name="T44" fmla="*/ 75 w 1265"/>
                <a:gd name="T45" fmla="*/ 632 h 781"/>
                <a:gd name="T46" fmla="*/ 112 w 1265"/>
                <a:gd name="T47" fmla="*/ 632 h 781"/>
                <a:gd name="T48" fmla="*/ 1154 w 1265"/>
                <a:gd name="T49" fmla="*/ 632 h 781"/>
                <a:gd name="T50" fmla="*/ 1191 w 1265"/>
                <a:gd name="T51" fmla="*/ 632 h 781"/>
                <a:gd name="T52" fmla="*/ 1191 w 1265"/>
                <a:gd name="T53" fmla="*/ 706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65" h="781">
                  <a:moveTo>
                    <a:pt x="1228" y="558"/>
                  </a:moveTo>
                  <a:cubicBezTo>
                    <a:pt x="1191" y="558"/>
                    <a:pt x="1191" y="558"/>
                    <a:pt x="1191" y="558"/>
                  </a:cubicBezTo>
                  <a:cubicBezTo>
                    <a:pt x="1191" y="37"/>
                    <a:pt x="1191" y="37"/>
                    <a:pt x="1191" y="37"/>
                  </a:cubicBezTo>
                  <a:cubicBezTo>
                    <a:pt x="1191" y="16"/>
                    <a:pt x="1174" y="0"/>
                    <a:pt x="1154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91" y="0"/>
                    <a:pt x="75" y="16"/>
                    <a:pt x="75" y="37"/>
                  </a:cubicBezTo>
                  <a:cubicBezTo>
                    <a:pt x="75" y="558"/>
                    <a:pt x="75" y="558"/>
                    <a:pt x="75" y="558"/>
                  </a:cubicBezTo>
                  <a:cubicBezTo>
                    <a:pt x="37" y="558"/>
                    <a:pt x="37" y="558"/>
                    <a:pt x="37" y="558"/>
                  </a:cubicBezTo>
                  <a:cubicBezTo>
                    <a:pt x="17" y="558"/>
                    <a:pt x="0" y="574"/>
                    <a:pt x="0" y="595"/>
                  </a:cubicBezTo>
                  <a:cubicBezTo>
                    <a:pt x="0" y="744"/>
                    <a:pt x="0" y="744"/>
                    <a:pt x="0" y="744"/>
                  </a:cubicBezTo>
                  <a:cubicBezTo>
                    <a:pt x="0" y="764"/>
                    <a:pt x="17" y="781"/>
                    <a:pt x="37" y="781"/>
                  </a:cubicBezTo>
                  <a:cubicBezTo>
                    <a:pt x="1228" y="781"/>
                    <a:pt x="1228" y="781"/>
                    <a:pt x="1228" y="781"/>
                  </a:cubicBezTo>
                  <a:cubicBezTo>
                    <a:pt x="1249" y="781"/>
                    <a:pt x="1265" y="764"/>
                    <a:pt x="1265" y="744"/>
                  </a:cubicBezTo>
                  <a:cubicBezTo>
                    <a:pt x="1265" y="595"/>
                    <a:pt x="1265" y="595"/>
                    <a:pt x="1265" y="595"/>
                  </a:cubicBezTo>
                  <a:cubicBezTo>
                    <a:pt x="1265" y="574"/>
                    <a:pt x="1249" y="558"/>
                    <a:pt x="1228" y="558"/>
                  </a:cubicBezTo>
                  <a:close/>
                  <a:moveTo>
                    <a:pt x="149" y="74"/>
                  </a:moveTo>
                  <a:cubicBezTo>
                    <a:pt x="1116" y="74"/>
                    <a:pt x="1116" y="74"/>
                    <a:pt x="1116" y="74"/>
                  </a:cubicBezTo>
                  <a:cubicBezTo>
                    <a:pt x="1116" y="558"/>
                    <a:pt x="1116" y="558"/>
                    <a:pt x="1116" y="558"/>
                  </a:cubicBezTo>
                  <a:cubicBezTo>
                    <a:pt x="149" y="558"/>
                    <a:pt x="149" y="558"/>
                    <a:pt x="149" y="558"/>
                  </a:cubicBezTo>
                  <a:lnTo>
                    <a:pt x="149" y="74"/>
                  </a:lnTo>
                  <a:close/>
                  <a:moveTo>
                    <a:pt x="1191" y="706"/>
                  </a:moveTo>
                  <a:cubicBezTo>
                    <a:pt x="75" y="706"/>
                    <a:pt x="75" y="706"/>
                    <a:pt x="75" y="706"/>
                  </a:cubicBezTo>
                  <a:cubicBezTo>
                    <a:pt x="75" y="632"/>
                    <a:pt x="75" y="632"/>
                    <a:pt x="75" y="632"/>
                  </a:cubicBezTo>
                  <a:cubicBezTo>
                    <a:pt x="112" y="632"/>
                    <a:pt x="112" y="632"/>
                    <a:pt x="112" y="632"/>
                  </a:cubicBezTo>
                  <a:cubicBezTo>
                    <a:pt x="1154" y="632"/>
                    <a:pt x="1154" y="632"/>
                    <a:pt x="1154" y="632"/>
                  </a:cubicBezTo>
                  <a:cubicBezTo>
                    <a:pt x="1191" y="632"/>
                    <a:pt x="1191" y="632"/>
                    <a:pt x="1191" y="632"/>
                  </a:cubicBezTo>
                  <a:lnTo>
                    <a:pt x="1191" y="7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22" name="Freeform 234">
              <a:extLst>
                <a:ext uri="{FF2B5EF4-FFF2-40B4-BE49-F238E27FC236}">
                  <a16:creationId xmlns:a16="http://schemas.microsoft.com/office/drawing/2014/main" id="{F6E2A0BB-7AF5-5BD5-7E22-F510E49C1C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34213" y="4926013"/>
              <a:ext cx="328613" cy="469900"/>
            </a:xfrm>
            <a:custGeom>
              <a:avLst/>
              <a:gdLst>
                <a:gd name="T0" fmla="*/ 112 w 966"/>
                <a:gd name="T1" fmla="*/ 856 h 1377"/>
                <a:gd name="T2" fmla="*/ 149 w 966"/>
                <a:gd name="T3" fmla="*/ 856 h 1377"/>
                <a:gd name="T4" fmla="*/ 149 w 966"/>
                <a:gd name="T5" fmla="*/ 1247 h 1377"/>
                <a:gd name="T6" fmla="*/ 279 w 966"/>
                <a:gd name="T7" fmla="*/ 1377 h 1377"/>
                <a:gd name="T8" fmla="*/ 372 w 966"/>
                <a:gd name="T9" fmla="*/ 1338 h 1377"/>
                <a:gd name="T10" fmla="*/ 465 w 966"/>
                <a:gd name="T11" fmla="*/ 1377 h 1377"/>
                <a:gd name="T12" fmla="*/ 595 w 966"/>
                <a:gd name="T13" fmla="*/ 1247 h 1377"/>
                <a:gd name="T14" fmla="*/ 595 w 966"/>
                <a:gd name="T15" fmla="*/ 521 h 1377"/>
                <a:gd name="T16" fmla="*/ 818 w 966"/>
                <a:gd name="T17" fmla="*/ 521 h 1377"/>
                <a:gd name="T18" fmla="*/ 852 w 966"/>
                <a:gd name="T19" fmla="*/ 501 h 1377"/>
                <a:gd name="T20" fmla="*/ 951 w 966"/>
                <a:gd name="T21" fmla="*/ 301 h 1377"/>
                <a:gd name="T22" fmla="*/ 956 w 966"/>
                <a:gd name="T23" fmla="*/ 215 h 1377"/>
                <a:gd name="T24" fmla="*/ 899 w 966"/>
                <a:gd name="T25" fmla="*/ 157 h 1377"/>
                <a:gd name="T26" fmla="*/ 767 w 966"/>
                <a:gd name="T27" fmla="*/ 207 h 1377"/>
                <a:gd name="T28" fmla="*/ 721 w 966"/>
                <a:gd name="T29" fmla="*/ 298 h 1377"/>
                <a:gd name="T30" fmla="*/ 520 w 966"/>
                <a:gd name="T31" fmla="*/ 298 h 1377"/>
                <a:gd name="T32" fmla="*/ 558 w 966"/>
                <a:gd name="T33" fmla="*/ 186 h 1377"/>
                <a:gd name="T34" fmla="*/ 372 w 966"/>
                <a:gd name="T35" fmla="*/ 0 h 1377"/>
                <a:gd name="T36" fmla="*/ 186 w 966"/>
                <a:gd name="T37" fmla="*/ 186 h 1377"/>
                <a:gd name="T38" fmla="*/ 224 w 966"/>
                <a:gd name="T39" fmla="*/ 298 h 1377"/>
                <a:gd name="T40" fmla="*/ 186 w 966"/>
                <a:gd name="T41" fmla="*/ 298 h 1377"/>
                <a:gd name="T42" fmla="*/ 0 w 966"/>
                <a:gd name="T43" fmla="*/ 484 h 1377"/>
                <a:gd name="T44" fmla="*/ 0 w 966"/>
                <a:gd name="T45" fmla="*/ 744 h 1377"/>
                <a:gd name="T46" fmla="*/ 112 w 966"/>
                <a:gd name="T47" fmla="*/ 856 h 1377"/>
                <a:gd name="T48" fmla="*/ 260 w 966"/>
                <a:gd name="T49" fmla="*/ 186 h 1377"/>
                <a:gd name="T50" fmla="*/ 372 w 966"/>
                <a:gd name="T51" fmla="*/ 75 h 1377"/>
                <a:gd name="T52" fmla="*/ 484 w 966"/>
                <a:gd name="T53" fmla="*/ 186 h 1377"/>
                <a:gd name="T54" fmla="*/ 372 w 966"/>
                <a:gd name="T55" fmla="*/ 298 h 1377"/>
                <a:gd name="T56" fmla="*/ 260 w 966"/>
                <a:gd name="T57" fmla="*/ 186 h 1377"/>
                <a:gd name="T58" fmla="*/ 74 w 966"/>
                <a:gd name="T59" fmla="*/ 484 h 1377"/>
                <a:gd name="T60" fmla="*/ 186 w 966"/>
                <a:gd name="T61" fmla="*/ 372 h 1377"/>
                <a:gd name="T62" fmla="*/ 744 w 966"/>
                <a:gd name="T63" fmla="*/ 372 h 1377"/>
                <a:gd name="T64" fmla="*/ 777 w 966"/>
                <a:gd name="T65" fmla="*/ 352 h 1377"/>
                <a:gd name="T66" fmla="*/ 833 w 966"/>
                <a:gd name="T67" fmla="*/ 240 h 1377"/>
                <a:gd name="T68" fmla="*/ 871 w 966"/>
                <a:gd name="T69" fmla="*/ 226 h 1377"/>
                <a:gd name="T70" fmla="*/ 886 w 966"/>
                <a:gd name="T71" fmla="*/ 241 h 1377"/>
                <a:gd name="T72" fmla="*/ 885 w 966"/>
                <a:gd name="T73" fmla="*/ 268 h 1377"/>
                <a:gd name="T74" fmla="*/ 795 w 966"/>
                <a:gd name="T75" fmla="*/ 447 h 1377"/>
                <a:gd name="T76" fmla="*/ 558 w 966"/>
                <a:gd name="T77" fmla="*/ 447 h 1377"/>
                <a:gd name="T78" fmla="*/ 521 w 966"/>
                <a:gd name="T79" fmla="*/ 484 h 1377"/>
                <a:gd name="T80" fmla="*/ 521 w 966"/>
                <a:gd name="T81" fmla="*/ 1247 h 1377"/>
                <a:gd name="T82" fmla="*/ 465 w 966"/>
                <a:gd name="T83" fmla="*/ 1303 h 1377"/>
                <a:gd name="T84" fmla="*/ 409 w 966"/>
                <a:gd name="T85" fmla="*/ 1247 h 1377"/>
                <a:gd name="T86" fmla="*/ 409 w 966"/>
                <a:gd name="T87" fmla="*/ 782 h 1377"/>
                <a:gd name="T88" fmla="*/ 372 w 966"/>
                <a:gd name="T89" fmla="*/ 744 h 1377"/>
                <a:gd name="T90" fmla="*/ 335 w 966"/>
                <a:gd name="T91" fmla="*/ 782 h 1377"/>
                <a:gd name="T92" fmla="*/ 335 w 966"/>
                <a:gd name="T93" fmla="*/ 1247 h 1377"/>
                <a:gd name="T94" fmla="*/ 279 w 966"/>
                <a:gd name="T95" fmla="*/ 1303 h 1377"/>
                <a:gd name="T96" fmla="*/ 223 w 966"/>
                <a:gd name="T97" fmla="*/ 1247 h 1377"/>
                <a:gd name="T98" fmla="*/ 223 w 966"/>
                <a:gd name="T99" fmla="*/ 819 h 1377"/>
                <a:gd name="T100" fmla="*/ 223 w 966"/>
                <a:gd name="T101" fmla="*/ 521 h 1377"/>
                <a:gd name="T102" fmla="*/ 149 w 966"/>
                <a:gd name="T103" fmla="*/ 521 h 1377"/>
                <a:gd name="T104" fmla="*/ 149 w 966"/>
                <a:gd name="T105" fmla="*/ 782 h 1377"/>
                <a:gd name="T106" fmla="*/ 112 w 966"/>
                <a:gd name="T107" fmla="*/ 782 h 1377"/>
                <a:gd name="T108" fmla="*/ 74 w 966"/>
                <a:gd name="T109" fmla="*/ 744 h 1377"/>
                <a:gd name="T110" fmla="*/ 74 w 966"/>
                <a:gd name="T111" fmla="*/ 484 h 1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66" h="1377">
                  <a:moveTo>
                    <a:pt x="112" y="856"/>
                  </a:moveTo>
                  <a:cubicBezTo>
                    <a:pt x="149" y="856"/>
                    <a:pt x="149" y="856"/>
                    <a:pt x="149" y="856"/>
                  </a:cubicBezTo>
                  <a:cubicBezTo>
                    <a:pt x="149" y="1247"/>
                    <a:pt x="149" y="1247"/>
                    <a:pt x="149" y="1247"/>
                  </a:cubicBezTo>
                  <a:cubicBezTo>
                    <a:pt x="149" y="1319"/>
                    <a:pt x="207" y="1377"/>
                    <a:pt x="279" y="1377"/>
                  </a:cubicBezTo>
                  <a:cubicBezTo>
                    <a:pt x="315" y="1377"/>
                    <a:pt x="348" y="1362"/>
                    <a:pt x="372" y="1338"/>
                  </a:cubicBezTo>
                  <a:cubicBezTo>
                    <a:pt x="396" y="1362"/>
                    <a:pt x="429" y="1377"/>
                    <a:pt x="465" y="1377"/>
                  </a:cubicBezTo>
                  <a:cubicBezTo>
                    <a:pt x="537" y="1377"/>
                    <a:pt x="595" y="1319"/>
                    <a:pt x="595" y="1247"/>
                  </a:cubicBezTo>
                  <a:cubicBezTo>
                    <a:pt x="595" y="521"/>
                    <a:pt x="595" y="521"/>
                    <a:pt x="595" y="521"/>
                  </a:cubicBezTo>
                  <a:cubicBezTo>
                    <a:pt x="818" y="521"/>
                    <a:pt x="818" y="521"/>
                    <a:pt x="818" y="521"/>
                  </a:cubicBezTo>
                  <a:cubicBezTo>
                    <a:pt x="833" y="521"/>
                    <a:pt x="845" y="513"/>
                    <a:pt x="852" y="501"/>
                  </a:cubicBezTo>
                  <a:cubicBezTo>
                    <a:pt x="951" y="301"/>
                    <a:pt x="951" y="301"/>
                    <a:pt x="951" y="301"/>
                  </a:cubicBezTo>
                  <a:cubicBezTo>
                    <a:pt x="965" y="274"/>
                    <a:pt x="966" y="243"/>
                    <a:pt x="956" y="215"/>
                  </a:cubicBezTo>
                  <a:cubicBezTo>
                    <a:pt x="945" y="188"/>
                    <a:pt x="925" y="167"/>
                    <a:pt x="899" y="157"/>
                  </a:cubicBezTo>
                  <a:cubicBezTo>
                    <a:pt x="848" y="137"/>
                    <a:pt x="791" y="158"/>
                    <a:pt x="767" y="207"/>
                  </a:cubicBezTo>
                  <a:cubicBezTo>
                    <a:pt x="721" y="298"/>
                    <a:pt x="721" y="298"/>
                    <a:pt x="721" y="298"/>
                  </a:cubicBezTo>
                  <a:cubicBezTo>
                    <a:pt x="520" y="298"/>
                    <a:pt x="520" y="298"/>
                    <a:pt x="520" y="298"/>
                  </a:cubicBezTo>
                  <a:cubicBezTo>
                    <a:pt x="543" y="267"/>
                    <a:pt x="558" y="228"/>
                    <a:pt x="558" y="186"/>
                  </a:cubicBezTo>
                  <a:cubicBezTo>
                    <a:pt x="558" y="84"/>
                    <a:pt x="475" y="0"/>
                    <a:pt x="372" y="0"/>
                  </a:cubicBezTo>
                  <a:cubicBezTo>
                    <a:pt x="269" y="0"/>
                    <a:pt x="186" y="84"/>
                    <a:pt x="186" y="186"/>
                  </a:cubicBezTo>
                  <a:cubicBezTo>
                    <a:pt x="186" y="228"/>
                    <a:pt x="201" y="267"/>
                    <a:pt x="224" y="298"/>
                  </a:cubicBezTo>
                  <a:cubicBezTo>
                    <a:pt x="186" y="298"/>
                    <a:pt x="186" y="298"/>
                    <a:pt x="186" y="298"/>
                  </a:cubicBezTo>
                  <a:cubicBezTo>
                    <a:pt x="83" y="298"/>
                    <a:pt x="0" y="381"/>
                    <a:pt x="0" y="484"/>
                  </a:cubicBezTo>
                  <a:cubicBezTo>
                    <a:pt x="0" y="744"/>
                    <a:pt x="0" y="744"/>
                    <a:pt x="0" y="744"/>
                  </a:cubicBezTo>
                  <a:cubicBezTo>
                    <a:pt x="0" y="806"/>
                    <a:pt x="50" y="856"/>
                    <a:pt x="112" y="856"/>
                  </a:cubicBezTo>
                  <a:close/>
                  <a:moveTo>
                    <a:pt x="260" y="186"/>
                  </a:moveTo>
                  <a:cubicBezTo>
                    <a:pt x="260" y="125"/>
                    <a:pt x="310" y="75"/>
                    <a:pt x="372" y="75"/>
                  </a:cubicBezTo>
                  <a:cubicBezTo>
                    <a:pt x="433" y="75"/>
                    <a:pt x="484" y="125"/>
                    <a:pt x="484" y="186"/>
                  </a:cubicBezTo>
                  <a:cubicBezTo>
                    <a:pt x="484" y="248"/>
                    <a:pt x="433" y="298"/>
                    <a:pt x="372" y="298"/>
                  </a:cubicBezTo>
                  <a:cubicBezTo>
                    <a:pt x="310" y="298"/>
                    <a:pt x="260" y="248"/>
                    <a:pt x="260" y="186"/>
                  </a:cubicBezTo>
                  <a:close/>
                  <a:moveTo>
                    <a:pt x="74" y="484"/>
                  </a:moveTo>
                  <a:cubicBezTo>
                    <a:pt x="74" y="423"/>
                    <a:pt x="124" y="372"/>
                    <a:pt x="186" y="372"/>
                  </a:cubicBezTo>
                  <a:cubicBezTo>
                    <a:pt x="744" y="372"/>
                    <a:pt x="744" y="372"/>
                    <a:pt x="744" y="372"/>
                  </a:cubicBezTo>
                  <a:cubicBezTo>
                    <a:pt x="758" y="372"/>
                    <a:pt x="771" y="364"/>
                    <a:pt x="777" y="352"/>
                  </a:cubicBezTo>
                  <a:cubicBezTo>
                    <a:pt x="833" y="240"/>
                    <a:pt x="833" y="240"/>
                    <a:pt x="833" y="240"/>
                  </a:cubicBezTo>
                  <a:cubicBezTo>
                    <a:pt x="839" y="228"/>
                    <a:pt x="854" y="219"/>
                    <a:pt x="871" y="226"/>
                  </a:cubicBezTo>
                  <a:cubicBezTo>
                    <a:pt x="880" y="229"/>
                    <a:pt x="884" y="236"/>
                    <a:pt x="886" y="241"/>
                  </a:cubicBezTo>
                  <a:cubicBezTo>
                    <a:pt x="890" y="250"/>
                    <a:pt x="889" y="260"/>
                    <a:pt x="885" y="268"/>
                  </a:cubicBezTo>
                  <a:cubicBezTo>
                    <a:pt x="795" y="447"/>
                    <a:pt x="795" y="447"/>
                    <a:pt x="795" y="447"/>
                  </a:cubicBezTo>
                  <a:cubicBezTo>
                    <a:pt x="558" y="447"/>
                    <a:pt x="558" y="447"/>
                    <a:pt x="558" y="447"/>
                  </a:cubicBezTo>
                  <a:cubicBezTo>
                    <a:pt x="537" y="447"/>
                    <a:pt x="521" y="463"/>
                    <a:pt x="521" y="484"/>
                  </a:cubicBezTo>
                  <a:cubicBezTo>
                    <a:pt x="521" y="1247"/>
                    <a:pt x="521" y="1247"/>
                    <a:pt x="521" y="1247"/>
                  </a:cubicBezTo>
                  <a:cubicBezTo>
                    <a:pt x="521" y="1278"/>
                    <a:pt x="496" y="1303"/>
                    <a:pt x="465" y="1303"/>
                  </a:cubicBezTo>
                  <a:cubicBezTo>
                    <a:pt x="434" y="1303"/>
                    <a:pt x="409" y="1278"/>
                    <a:pt x="409" y="1247"/>
                  </a:cubicBezTo>
                  <a:cubicBezTo>
                    <a:pt x="409" y="782"/>
                    <a:pt x="409" y="782"/>
                    <a:pt x="409" y="782"/>
                  </a:cubicBezTo>
                  <a:cubicBezTo>
                    <a:pt x="409" y="761"/>
                    <a:pt x="393" y="744"/>
                    <a:pt x="372" y="744"/>
                  </a:cubicBezTo>
                  <a:cubicBezTo>
                    <a:pt x="351" y="744"/>
                    <a:pt x="335" y="761"/>
                    <a:pt x="335" y="782"/>
                  </a:cubicBezTo>
                  <a:cubicBezTo>
                    <a:pt x="335" y="1247"/>
                    <a:pt x="335" y="1247"/>
                    <a:pt x="335" y="1247"/>
                  </a:cubicBezTo>
                  <a:cubicBezTo>
                    <a:pt x="335" y="1278"/>
                    <a:pt x="310" y="1303"/>
                    <a:pt x="279" y="1303"/>
                  </a:cubicBezTo>
                  <a:cubicBezTo>
                    <a:pt x="248" y="1303"/>
                    <a:pt x="223" y="1278"/>
                    <a:pt x="223" y="1247"/>
                  </a:cubicBezTo>
                  <a:cubicBezTo>
                    <a:pt x="223" y="819"/>
                    <a:pt x="223" y="819"/>
                    <a:pt x="223" y="819"/>
                  </a:cubicBezTo>
                  <a:cubicBezTo>
                    <a:pt x="223" y="521"/>
                    <a:pt x="223" y="521"/>
                    <a:pt x="223" y="521"/>
                  </a:cubicBezTo>
                  <a:cubicBezTo>
                    <a:pt x="149" y="521"/>
                    <a:pt x="149" y="521"/>
                    <a:pt x="149" y="521"/>
                  </a:cubicBezTo>
                  <a:cubicBezTo>
                    <a:pt x="149" y="782"/>
                    <a:pt x="149" y="782"/>
                    <a:pt x="149" y="782"/>
                  </a:cubicBezTo>
                  <a:cubicBezTo>
                    <a:pt x="112" y="782"/>
                    <a:pt x="112" y="782"/>
                    <a:pt x="112" y="782"/>
                  </a:cubicBezTo>
                  <a:cubicBezTo>
                    <a:pt x="91" y="782"/>
                    <a:pt x="74" y="765"/>
                    <a:pt x="74" y="744"/>
                  </a:cubicBezTo>
                  <a:lnTo>
                    <a:pt x="74" y="4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grpSp>
        <p:nvGrpSpPr>
          <p:cNvPr id="1223" name="그룹 1222">
            <a:extLst>
              <a:ext uri="{FF2B5EF4-FFF2-40B4-BE49-F238E27FC236}">
                <a16:creationId xmlns:a16="http://schemas.microsoft.com/office/drawing/2014/main" id="{E5702EC5-BF8A-8301-E0C7-899D16B71821}"/>
              </a:ext>
            </a:extLst>
          </p:cNvPr>
          <p:cNvGrpSpPr/>
          <p:nvPr/>
        </p:nvGrpSpPr>
        <p:grpSpPr>
          <a:xfrm>
            <a:off x="11486059" y="1838613"/>
            <a:ext cx="1222661" cy="752190"/>
            <a:chOff x="7216489" y="3760066"/>
            <a:chExt cx="1222661" cy="752190"/>
          </a:xfrm>
        </p:grpSpPr>
        <p:sp>
          <p:nvSpPr>
            <p:cNvPr id="1224" name="직각 삼각형 1223">
              <a:extLst>
                <a:ext uri="{FF2B5EF4-FFF2-40B4-BE49-F238E27FC236}">
                  <a16:creationId xmlns:a16="http://schemas.microsoft.com/office/drawing/2014/main" id="{A2F601E4-6515-4448-9724-06CDA1F44DC6}"/>
                </a:ext>
              </a:extLst>
            </p:cNvPr>
            <p:cNvSpPr/>
            <p:nvPr/>
          </p:nvSpPr>
          <p:spPr>
            <a:xfrm rot="5400000">
              <a:off x="7348591" y="4261860"/>
              <a:ext cx="340462" cy="160330"/>
            </a:xfrm>
            <a:prstGeom prst="rtTriangle">
              <a:avLst/>
            </a:prstGeom>
            <a:solidFill>
              <a:srgbClr val="1EB4F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1225" name="모서리가 둥근 직사각형 77" descr="ⓒDesigned by 홍은지 디자이너">
              <a:extLst>
                <a:ext uri="{FF2B5EF4-FFF2-40B4-BE49-F238E27FC236}">
                  <a16:creationId xmlns:a16="http://schemas.microsoft.com/office/drawing/2014/main" id="{25CD2C54-ECDD-A729-CCBA-44965B175CBB}"/>
                </a:ext>
              </a:extLst>
            </p:cNvPr>
            <p:cNvSpPr/>
            <p:nvPr/>
          </p:nvSpPr>
          <p:spPr>
            <a:xfrm>
              <a:off x="7216489" y="3760066"/>
              <a:ext cx="1222661" cy="430697"/>
            </a:xfrm>
            <a:prstGeom prst="hexagon">
              <a:avLst/>
            </a:prstGeom>
            <a:solidFill>
              <a:schemeClr val="bg1"/>
            </a:solidFill>
            <a:ln w="28575">
              <a:solidFill>
                <a:srgbClr val="1EB4F5"/>
              </a:solidFill>
            </a:ln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ko-KR" altLang="en-US" sz="1100" dirty="0">
                  <a:ln>
                    <a:solidFill>
                      <a:srgbClr val="8AB8D4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신기술에 대한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제안서 마스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맑은 고딕"/>
        <a:ea typeface="KoPub돋움체 Bold"/>
        <a:cs typeface=""/>
      </a:majorFont>
      <a:minorFont>
        <a:latin typeface="맑은 고딕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</TotalTime>
  <Words>372</Words>
  <Application>Microsoft Office PowerPoint</Application>
  <PresentationFormat>A4 용지(210x297mm)</PresentationFormat>
  <Paragraphs>89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KoPub돋움체 Bold</vt:lpstr>
      <vt:lpstr>KoPub돋움체 Medium</vt:lpstr>
      <vt:lpstr>맑은 고딕</vt:lpstr>
      <vt:lpstr>Arial</vt:lpstr>
      <vt:lpstr>제안서 마스터</vt:lpstr>
      <vt:lpstr>PowerPoint 프레젠테이션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</dc:title>
  <dc:creator>jhkim</dc:creator>
  <cp:lastModifiedBy>현호 김</cp:lastModifiedBy>
  <cp:revision>104</cp:revision>
  <dcterms:created xsi:type="dcterms:W3CDTF">2021-04-04T03:38:05Z</dcterms:created>
  <dcterms:modified xsi:type="dcterms:W3CDTF">2026-09-18T21:47:08Z</dcterms:modified>
</cp:coreProperties>
</file>